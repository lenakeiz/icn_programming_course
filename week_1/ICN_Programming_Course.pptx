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8"/>
  </p:notesMasterIdLst>
  <p:sldIdLst>
    <p:sldId id="312" r:id="rId2"/>
    <p:sldId id="354" r:id="rId3"/>
    <p:sldId id="359" r:id="rId4"/>
    <p:sldId id="320" r:id="rId5"/>
    <p:sldId id="340" r:id="rId6"/>
    <p:sldId id="342" r:id="rId7"/>
    <p:sldId id="343" r:id="rId8"/>
    <p:sldId id="341" r:id="rId9"/>
    <p:sldId id="344" r:id="rId10"/>
    <p:sldId id="347" r:id="rId11"/>
    <p:sldId id="348" r:id="rId12"/>
    <p:sldId id="349" r:id="rId13"/>
    <p:sldId id="350" r:id="rId14"/>
    <p:sldId id="355" r:id="rId15"/>
    <p:sldId id="322" r:id="rId16"/>
    <p:sldId id="33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A569DF-75C1-4D1D-9D29-39C922C5BE82}" v="68" dt="2025-09-26T15:38:09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123" autoAdjust="0"/>
  </p:normalViewPr>
  <p:slideViewPr>
    <p:cSldViewPr snapToGrid="0" showGuides="1">
      <p:cViewPr varScale="1">
        <p:scale>
          <a:sx n="81" d="100"/>
          <a:sy n="81" d="100"/>
        </p:scale>
        <p:origin x="1716" y="78"/>
      </p:cViewPr>
      <p:guideLst>
        <p:guide orient="horz" pos="2183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astegnaro" userId="e719bb20-b48f-4237-97c2-e35c3e0dc9cd" providerId="ADAL" clId="{C7BE17F8-2B9E-4F17-A497-17E3CE55BAB3}"/>
    <pc:docChg chg="undo custSel addSld modSld">
      <pc:chgData name="Andrea Castegnaro" userId="e719bb20-b48f-4237-97c2-e35c3e0dc9cd" providerId="ADAL" clId="{C7BE17F8-2B9E-4F17-A497-17E3CE55BAB3}" dt="2024-01-12T16:52:28.648" v="540" actId="1036"/>
      <pc:docMkLst>
        <pc:docMk/>
      </pc:docMkLst>
      <pc:sldChg chg="addSp delSp modSp add">
        <pc:chgData name="Andrea Castegnaro" userId="e719bb20-b48f-4237-97c2-e35c3e0dc9cd" providerId="ADAL" clId="{C7BE17F8-2B9E-4F17-A497-17E3CE55BAB3}" dt="2024-01-12T16:52:28.648" v="540" actId="1036"/>
        <pc:sldMkLst>
          <pc:docMk/>
          <pc:sldMk cId="1126732628" sldId="341"/>
        </pc:sldMkLst>
      </pc:sldChg>
    </pc:docChg>
  </pc:docChgLst>
  <pc:docChgLst>
    <pc:chgData name="Castegnaro, Andrea" userId="e719bb20-b48f-4237-97c2-e35c3e0dc9cd" providerId="ADAL" clId="{1E70E082-B747-4DB2-9930-F319043CFBA1}"/>
    <pc:docChg chg="undo custSel modSld">
      <pc:chgData name="Castegnaro, Andrea" userId="e719bb20-b48f-4237-97c2-e35c3e0dc9cd" providerId="ADAL" clId="{1E70E082-B747-4DB2-9930-F319043CFBA1}" dt="2025-01-12T15:43:22.569" v="641" actId="20577"/>
      <pc:docMkLst>
        <pc:docMk/>
      </pc:docMkLst>
      <pc:sldChg chg="modSp mod">
        <pc:chgData name="Castegnaro, Andrea" userId="e719bb20-b48f-4237-97c2-e35c3e0dc9cd" providerId="ADAL" clId="{1E70E082-B747-4DB2-9930-F319043CFBA1}" dt="2025-01-12T10:45:56.649" v="117" actId="27636"/>
        <pc:sldMkLst>
          <pc:docMk/>
          <pc:sldMk cId="2445713399" sldId="312"/>
        </pc:sldMkLst>
      </pc:sldChg>
      <pc:sldChg chg="modNotesTx">
        <pc:chgData name="Castegnaro, Andrea" userId="e719bb20-b48f-4237-97c2-e35c3e0dc9cd" providerId="ADAL" clId="{1E70E082-B747-4DB2-9930-F319043CFBA1}" dt="2025-01-12T14:37:41.858" v="122"/>
        <pc:sldMkLst>
          <pc:docMk/>
          <pc:sldMk cId="3098246948" sldId="320"/>
        </pc:sldMkLst>
      </pc:sldChg>
      <pc:sldChg chg="modSp mod">
        <pc:chgData name="Castegnaro, Andrea" userId="e719bb20-b48f-4237-97c2-e35c3e0dc9cd" providerId="ADAL" clId="{1E70E082-B747-4DB2-9930-F319043CFBA1}" dt="2025-01-12T10:41:06.901" v="86" actId="20577"/>
        <pc:sldMkLst>
          <pc:docMk/>
          <pc:sldMk cId="2075616132" sldId="339"/>
        </pc:sldMkLst>
      </pc:sldChg>
      <pc:sldChg chg="modSp mod">
        <pc:chgData name="Castegnaro, Andrea" userId="e719bb20-b48f-4237-97c2-e35c3e0dc9cd" providerId="ADAL" clId="{1E70E082-B747-4DB2-9930-F319043CFBA1}" dt="2025-01-12T10:40:01.092" v="85" actId="20577"/>
        <pc:sldMkLst>
          <pc:docMk/>
          <pc:sldMk cId="774144242" sldId="340"/>
        </pc:sldMkLst>
      </pc:sldChg>
      <pc:sldChg chg="modSp mod modNotesTx">
        <pc:chgData name="Castegnaro, Andrea" userId="e719bb20-b48f-4237-97c2-e35c3e0dc9cd" providerId="ADAL" clId="{1E70E082-B747-4DB2-9930-F319043CFBA1}" dt="2025-01-12T15:26:55.565" v="448"/>
        <pc:sldMkLst>
          <pc:docMk/>
          <pc:sldMk cId="1556280087" sldId="341"/>
        </pc:sldMkLst>
      </pc:sldChg>
      <pc:sldChg chg="modSp mod">
        <pc:chgData name="Castegnaro, Andrea" userId="e719bb20-b48f-4237-97c2-e35c3e0dc9cd" providerId="ADAL" clId="{1E70E082-B747-4DB2-9930-F319043CFBA1}" dt="2025-01-12T10:42:59.497" v="87"/>
        <pc:sldMkLst>
          <pc:docMk/>
          <pc:sldMk cId="2379195088" sldId="343"/>
        </pc:sldMkLst>
      </pc:sldChg>
      <pc:sldChg chg="modSp mod">
        <pc:chgData name="Castegnaro, Andrea" userId="e719bb20-b48f-4237-97c2-e35c3e0dc9cd" providerId="ADAL" clId="{1E70E082-B747-4DB2-9930-F319043CFBA1}" dt="2025-01-12T14:45:57.555" v="286" actId="20577"/>
        <pc:sldMkLst>
          <pc:docMk/>
          <pc:sldMk cId="3825568244" sldId="344"/>
        </pc:sldMkLst>
      </pc:sldChg>
      <pc:sldChg chg="modSp mod modNotesTx">
        <pc:chgData name="Castegnaro, Andrea" userId="e719bb20-b48f-4237-97c2-e35c3e0dc9cd" providerId="ADAL" clId="{1E70E082-B747-4DB2-9930-F319043CFBA1}" dt="2025-01-12T15:19:10.108" v="445"/>
        <pc:sldMkLst>
          <pc:docMk/>
          <pc:sldMk cId="3051727776" sldId="345"/>
        </pc:sldMkLst>
      </pc:sldChg>
      <pc:sldChg chg="addSp delSp modSp mod">
        <pc:chgData name="Castegnaro, Andrea" userId="e719bb20-b48f-4237-97c2-e35c3e0dc9cd" providerId="ADAL" clId="{1E70E082-B747-4DB2-9930-F319043CFBA1}" dt="2025-01-12T15:43:22.569" v="641" actId="20577"/>
        <pc:sldMkLst>
          <pc:docMk/>
          <pc:sldMk cId="761421821" sldId="349"/>
        </pc:sldMkLst>
      </pc:sldChg>
    </pc:docChg>
  </pc:docChgLst>
  <pc:docChgLst>
    <pc:chgData name="Castegnaro, Andrea" userId="e719bb20-b48f-4237-97c2-e35c3e0dc9cd" providerId="ADAL" clId="{FC672330-A3F3-4471-A4E9-C5BC4B2E23BE}"/>
    <pc:docChg chg="modSld">
      <pc:chgData name="Castegnaro, Andrea" userId="e719bb20-b48f-4237-97c2-e35c3e0dc9cd" providerId="ADAL" clId="{FC672330-A3F3-4471-A4E9-C5BC4B2E23BE}" dt="2025-01-12T17:00:48.473" v="3" actId="6549"/>
      <pc:docMkLst>
        <pc:docMk/>
      </pc:docMkLst>
      <pc:sldChg chg="modNotesTx">
        <pc:chgData name="Castegnaro, Andrea" userId="e719bb20-b48f-4237-97c2-e35c3e0dc9cd" providerId="ADAL" clId="{FC672330-A3F3-4471-A4E9-C5BC4B2E23BE}" dt="2025-01-12T17:00:27.755" v="0" actId="6549"/>
        <pc:sldMkLst>
          <pc:docMk/>
          <pc:sldMk cId="3098246948" sldId="320"/>
        </pc:sldMkLst>
      </pc:sldChg>
      <pc:sldChg chg="modNotesTx">
        <pc:chgData name="Castegnaro, Andrea" userId="e719bb20-b48f-4237-97c2-e35c3e0dc9cd" providerId="ADAL" clId="{FC672330-A3F3-4471-A4E9-C5BC4B2E23BE}" dt="2025-01-12T17:00:34.496" v="1" actId="6549"/>
        <pc:sldMkLst>
          <pc:docMk/>
          <pc:sldMk cId="1556280087" sldId="341"/>
        </pc:sldMkLst>
      </pc:sldChg>
      <pc:sldChg chg="modNotesTx">
        <pc:chgData name="Castegnaro, Andrea" userId="e719bb20-b48f-4237-97c2-e35c3e0dc9cd" providerId="ADAL" clId="{FC672330-A3F3-4471-A4E9-C5BC4B2E23BE}" dt="2025-01-12T17:00:39.894" v="2" actId="6549"/>
        <pc:sldMkLst>
          <pc:docMk/>
          <pc:sldMk cId="3051727776" sldId="345"/>
        </pc:sldMkLst>
      </pc:sldChg>
      <pc:sldChg chg="modNotesTx">
        <pc:chgData name="Castegnaro, Andrea" userId="e719bb20-b48f-4237-97c2-e35c3e0dc9cd" providerId="ADAL" clId="{FC672330-A3F3-4471-A4E9-C5BC4B2E23BE}" dt="2025-01-12T17:00:48.473" v="3" actId="6549"/>
        <pc:sldMkLst>
          <pc:docMk/>
          <pc:sldMk cId="1052288060" sldId="346"/>
        </pc:sldMkLst>
      </pc:sldChg>
    </pc:docChg>
  </pc:docChgLst>
  <pc:docChgLst>
    <pc:chgData name="Castegnaro, Andrea" userId="e719bb20-b48f-4237-97c2-e35c3e0dc9cd" providerId="ADAL" clId="{62C10CAF-7928-48C9-B97F-5815D744F480}"/>
    <pc:docChg chg="undo custSel modSld">
      <pc:chgData name="Castegnaro, Andrea" userId="e719bb20-b48f-4237-97c2-e35c3e0dc9cd" providerId="ADAL" clId="{62C10CAF-7928-48C9-B97F-5815D744F480}" dt="2024-01-12T11:50:25.066" v="254" actId="1035"/>
      <pc:docMkLst>
        <pc:docMk/>
      </pc:docMkLst>
      <pc:sldChg chg="modNotesTx">
        <pc:chgData name="Castegnaro, Andrea" userId="e719bb20-b48f-4237-97c2-e35c3e0dc9cd" providerId="ADAL" clId="{62C10CAF-7928-48C9-B97F-5815D744F480}" dt="2024-01-12T11:39:43.608" v="0" actId="6549"/>
        <pc:sldMkLst>
          <pc:docMk/>
          <pc:sldMk cId="3098246948" sldId="320"/>
        </pc:sldMkLst>
      </pc:sldChg>
      <pc:sldChg chg="delSp modSp mod">
        <pc:chgData name="Castegnaro, Andrea" userId="e719bb20-b48f-4237-97c2-e35c3e0dc9cd" providerId="ADAL" clId="{62C10CAF-7928-48C9-B97F-5815D744F480}" dt="2024-01-12T11:50:25.066" v="254" actId="1035"/>
        <pc:sldMkLst>
          <pc:docMk/>
          <pc:sldMk cId="399080098" sldId="324"/>
        </pc:sldMkLst>
      </pc:sldChg>
    </pc:docChg>
  </pc:docChgLst>
  <pc:docChgLst>
    <pc:chgData name="Castegnaro, Andrea" userId="e719bb20-b48f-4237-97c2-e35c3e0dc9cd" providerId="ADAL" clId="{8FF4C922-5C0A-4166-B26B-5AF9A9ACAAD2}"/>
    <pc:docChg chg="undo custSel addSld delSld modSld sldOrd">
      <pc:chgData name="Castegnaro, Andrea" userId="e719bb20-b48f-4237-97c2-e35c3e0dc9cd" providerId="ADAL" clId="{8FF4C922-5C0A-4166-B26B-5AF9A9ACAAD2}" dt="2025-09-26T15:39:38.378" v="2379" actId="113"/>
      <pc:docMkLst>
        <pc:docMk/>
      </pc:docMkLst>
      <pc:sldChg chg="modSp mod">
        <pc:chgData name="Castegnaro, Andrea" userId="e719bb20-b48f-4237-97c2-e35c3e0dc9cd" providerId="ADAL" clId="{8FF4C922-5C0A-4166-B26B-5AF9A9ACAAD2}" dt="2025-09-26T13:21:09.035" v="935" actId="403"/>
        <pc:sldMkLst>
          <pc:docMk/>
          <pc:sldMk cId="2445713399" sldId="312"/>
        </pc:sldMkLst>
        <pc:spChg chg="mod">
          <ac:chgData name="Castegnaro, Andrea" userId="e719bb20-b48f-4237-97c2-e35c3e0dc9cd" providerId="ADAL" clId="{8FF4C922-5C0A-4166-B26B-5AF9A9ACAAD2}" dt="2025-09-17T12:16:20.143" v="21" actId="20577"/>
          <ac:spMkLst>
            <pc:docMk/>
            <pc:sldMk cId="2445713399" sldId="312"/>
            <ac:spMk id="4" creationId="{28B7D50A-2F55-41BB-89F9-4739DA584FE6}"/>
          </ac:spMkLst>
        </pc:spChg>
        <pc:spChg chg="mod">
          <ac:chgData name="Castegnaro, Andrea" userId="e719bb20-b48f-4237-97c2-e35c3e0dc9cd" providerId="ADAL" clId="{8FF4C922-5C0A-4166-B26B-5AF9A9ACAAD2}" dt="2025-09-26T13:21:09.035" v="935" actId="403"/>
          <ac:spMkLst>
            <pc:docMk/>
            <pc:sldMk cId="2445713399" sldId="312"/>
            <ac:spMk id="5" creationId="{C11578D7-67FF-4927-BFF8-8E8235ECAA05}"/>
          </ac:spMkLst>
        </pc:spChg>
      </pc:sldChg>
      <pc:sldChg chg="modSp mod">
        <pc:chgData name="Castegnaro, Andrea" userId="e719bb20-b48f-4237-97c2-e35c3e0dc9cd" providerId="ADAL" clId="{8FF4C922-5C0A-4166-B26B-5AF9A9ACAAD2}" dt="2025-09-26T15:09:49.363" v="1665" actId="5793"/>
        <pc:sldMkLst>
          <pc:docMk/>
          <pc:sldMk cId="3098246948" sldId="320"/>
        </pc:sldMkLst>
        <pc:spChg chg="mod">
          <ac:chgData name="Castegnaro, Andrea" userId="e719bb20-b48f-4237-97c2-e35c3e0dc9cd" providerId="ADAL" clId="{8FF4C922-5C0A-4166-B26B-5AF9A9ACAAD2}" dt="2025-09-26T15:09:49.363" v="1665" actId="5793"/>
          <ac:spMkLst>
            <pc:docMk/>
            <pc:sldMk cId="3098246948" sldId="320"/>
            <ac:spMk id="7" creationId="{54CD5984-D0C0-4B4F-AC0A-2376ABCE0754}"/>
          </ac:spMkLst>
        </pc:spChg>
      </pc:sldChg>
      <pc:sldChg chg="modSp add mod">
        <pc:chgData name="Castegnaro, Andrea" userId="e719bb20-b48f-4237-97c2-e35c3e0dc9cd" providerId="ADAL" clId="{8FF4C922-5C0A-4166-B26B-5AF9A9ACAAD2}" dt="2025-09-26T15:39:38.378" v="2379" actId="113"/>
        <pc:sldMkLst>
          <pc:docMk/>
          <pc:sldMk cId="3366187170" sldId="322"/>
        </pc:sldMkLst>
        <pc:spChg chg="mod">
          <ac:chgData name="Castegnaro, Andrea" userId="e719bb20-b48f-4237-97c2-e35c3e0dc9cd" providerId="ADAL" clId="{8FF4C922-5C0A-4166-B26B-5AF9A9ACAAD2}" dt="2025-09-26T15:39:38.378" v="2379" actId="113"/>
          <ac:spMkLst>
            <pc:docMk/>
            <pc:sldMk cId="3366187170" sldId="322"/>
            <ac:spMk id="7" creationId="{54CD5984-D0C0-4B4F-AC0A-2376ABCE0754}"/>
          </ac:spMkLst>
        </pc:spChg>
        <pc:picChg chg="mod">
          <ac:chgData name="Castegnaro, Andrea" userId="e719bb20-b48f-4237-97c2-e35c3e0dc9cd" providerId="ADAL" clId="{8FF4C922-5C0A-4166-B26B-5AF9A9ACAAD2}" dt="2025-09-26T15:39:30.705" v="2378" actId="1076"/>
          <ac:picMkLst>
            <pc:docMk/>
            <pc:sldMk cId="3366187170" sldId="322"/>
            <ac:picMk id="4" creationId="{56FBEEB7-218D-39D4-D3EF-9FF467F155A3}"/>
          </ac:picMkLst>
        </pc:picChg>
      </pc:sldChg>
      <pc:sldChg chg="modSp mod">
        <pc:chgData name="Castegnaro, Andrea" userId="e719bb20-b48f-4237-97c2-e35c3e0dc9cd" providerId="ADAL" clId="{8FF4C922-5C0A-4166-B26B-5AF9A9ACAAD2}" dt="2025-09-26T15:30:07.053" v="2228" actId="20577"/>
        <pc:sldMkLst>
          <pc:docMk/>
          <pc:sldMk cId="2075616132" sldId="339"/>
        </pc:sldMkLst>
        <pc:spChg chg="mod">
          <ac:chgData name="Castegnaro, Andrea" userId="e719bb20-b48f-4237-97c2-e35c3e0dc9cd" providerId="ADAL" clId="{8FF4C922-5C0A-4166-B26B-5AF9A9ACAAD2}" dt="2025-09-26T15:28:31.791" v="2137" actId="5793"/>
          <ac:spMkLst>
            <pc:docMk/>
            <pc:sldMk cId="2075616132" sldId="339"/>
            <ac:spMk id="2" creationId="{32DCA100-7D85-4A3C-9993-92EC37D3F8E2}"/>
          </ac:spMkLst>
        </pc:spChg>
        <pc:spChg chg="mod">
          <ac:chgData name="Castegnaro, Andrea" userId="e719bb20-b48f-4237-97c2-e35c3e0dc9cd" providerId="ADAL" clId="{8FF4C922-5C0A-4166-B26B-5AF9A9ACAAD2}" dt="2025-09-26T15:30:07.053" v="2228" actId="20577"/>
          <ac:spMkLst>
            <pc:docMk/>
            <pc:sldMk cId="2075616132" sldId="339"/>
            <ac:spMk id="3" creationId="{7A55B0CE-1FB7-4986-A0C4-E26590DF9A46}"/>
          </ac:spMkLst>
        </pc:spChg>
      </pc:sldChg>
      <pc:sldChg chg="modSp mod">
        <pc:chgData name="Castegnaro, Andrea" userId="e719bb20-b48f-4237-97c2-e35c3e0dc9cd" providerId="ADAL" clId="{8FF4C922-5C0A-4166-B26B-5AF9A9ACAAD2}" dt="2025-09-26T15:10:13.551" v="1674" actId="27636"/>
        <pc:sldMkLst>
          <pc:docMk/>
          <pc:sldMk cId="774144242" sldId="340"/>
        </pc:sldMkLst>
        <pc:spChg chg="mod">
          <ac:chgData name="Castegnaro, Andrea" userId="e719bb20-b48f-4237-97c2-e35c3e0dc9cd" providerId="ADAL" clId="{8FF4C922-5C0A-4166-B26B-5AF9A9ACAAD2}" dt="2025-09-26T15:10:13.551" v="1674" actId="27636"/>
          <ac:spMkLst>
            <pc:docMk/>
            <pc:sldMk cId="774144242" sldId="340"/>
            <ac:spMk id="7" creationId="{54CD5984-D0C0-4B4F-AC0A-2376ABCE0754}"/>
          </ac:spMkLst>
        </pc:spChg>
      </pc:sldChg>
      <pc:sldChg chg="addSp delSp modSp mod">
        <pc:chgData name="Castegnaro, Andrea" userId="e719bb20-b48f-4237-97c2-e35c3e0dc9cd" providerId="ADAL" clId="{8FF4C922-5C0A-4166-B26B-5AF9A9ACAAD2}" dt="2025-09-26T15:11:43.868" v="1706" actId="14100"/>
        <pc:sldMkLst>
          <pc:docMk/>
          <pc:sldMk cId="1556280087" sldId="341"/>
        </pc:sldMkLst>
        <pc:spChg chg="mod">
          <ac:chgData name="Castegnaro, Andrea" userId="e719bb20-b48f-4237-97c2-e35c3e0dc9cd" providerId="ADAL" clId="{8FF4C922-5C0A-4166-B26B-5AF9A9ACAAD2}" dt="2025-09-26T15:11:43.868" v="1706" actId="14100"/>
          <ac:spMkLst>
            <pc:docMk/>
            <pc:sldMk cId="1556280087" sldId="341"/>
            <ac:spMk id="7" creationId="{54CD5984-D0C0-4B4F-AC0A-2376ABCE0754}"/>
          </ac:spMkLst>
        </pc:spChg>
        <pc:picChg chg="add mod">
          <ac:chgData name="Castegnaro, Andrea" userId="e719bb20-b48f-4237-97c2-e35c3e0dc9cd" providerId="ADAL" clId="{8FF4C922-5C0A-4166-B26B-5AF9A9ACAAD2}" dt="2025-09-18T13:04:31.855" v="660" actId="1037"/>
          <ac:picMkLst>
            <pc:docMk/>
            <pc:sldMk cId="1556280087" sldId="341"/>
            <ac:picMk id="3" creationId="{C96788AA-AFB0-C84F-861B-46FDE4BC75EA}"/>
          </ac:picMkLst>
        </pc:picChg>
        <pc:picChg chg="mod">
          <ac:chgData name="Castegnaro, Andrea" userId="e719bb20-b48f-4237-97c2-e35c3e0dc9cd" providerId="ADAL" clId="{8FF4C922-5C0A-4166-B26B-5AF9A9ACAAD2}" dt="2025-09-17T13:22:27.943" v="482" actId="1076"/>
          <ac:picMkLst>
            <pc:docMk/>
            <pc:sldMk cId="1556280087" sldId="341"/>
            <ac:picMk id="1026" creationId="{AB965D35-84AD-1E1B-F86A-D8E3775B9A40}"/>
          </ac:picMkLst>
        </pc:picChg>
        <pc:picChg chg="mod">
          <ac:chgData name="Castegnaro, Andrea" userId="e719bb20-b48f-4237-97c2-e35c3e0dc9cd" providerId="ADAL" clId="{8FF4C922-5C0A-4166-B26B-5AF9A9ACAAD2}" dt="2025-09-18T13:04:13.559" v="647" actId="1076"/>
          <ac:picMkLst>
            <pc:docMk/>
            <pc:sldMk cId="1556280087" sldId="341"/>
            <ac:picMk id="1028" creationId="{401F5E67-25D8-2108-BBB0-CB3EA085D0B0}"/>
          </ac:picMkLst>
        </pc:picChg>
        <pc:picChg chg="mod">
          <ac:chgData name="Castegnaro, Andrea" userId="e719bb20-b48f-4237-97c2-e35c3e0dc9cd" providerId="ADAL" clId="{8FF4C922-5C0A-4166-B26B-5AF9A9ACAAD2}" dt="2025-09-18T13:04:19.110" v="649" actId="1076"/>
          <ac:picMkLst>
            <pc:docMk/>
            <pc:sldMk cId="1556280087" sldId="341"/>
            <ac:picMk id="1030" creationId="{6296A646-98E0-6A97-1A11-CA8348B6C003}"/>
          </ac:picMkLst>
        </pc:picChg>
        <pc:picChg chg="add mod">
          <ac:chgData name="Castegnaro, Andrea" userId="e719bb20-b48f-4237-97c2-e35c3e0dc9cd" providerId="ADAL" clId="{8FF4C922-5C0A-4166-B26B-5AF9A9ACAAD2}" dt="2025-09-18T13:04:16.166" v="648" actId="1076"/>
          <ac:picMkLst>
            <pc:docMk/>
            <pc:sldMk cId="1556280087" sldId="341"/>
            <ac:picMk id="2050" creationId="{2FEE5248-AF50-E952-2327-168D7C44081B}"/>
          </ac:picMkLst>
        </pc:picChg>
      </pc:sldChg>
      <pc:sldChg chg="modSp mod">
        <pc:chgData name="Castegnaro, Andrea" userId="e719bb20-b48f-4237-97c2-e35c3e0dc9cd" providerId="ADAL" clId="{8FF4C922-5C0A-4166-B26B-5AF9A9ACAAD2}" dt="2025-09-26T15:10:26.333" v="1678" actId="27636"/>
        <pc:sldMkLst>
          <pc:docMk/>
          <pc:sldMk cId="278395910" sldId="342"/>
        </pc:sldMkLst>
        <pc:spChg chg="mod">
          <ac:chgData name="Castegnaro, Andrea" userId="e719bb20-b48f-4237-97c2-e35c3e0dc9cd" providerId="ADAL" clId="{8FF4C922-5C0A-4166-B26B-5AF9A9ACAAD2}" dt="2025-09-26T15:10:26.333" v="1678" actId="27636"/>
          <ac:spMkLst>
            <pc:docMk/>
            <pc:sldMk cId="278395910" sldId="342"/>
            <ac:spMk id="7" creationId="{54CD5984-D0C0-4B4F-AC0A-2376ABCE0754}"/>
          </ac:spMkLst>
        </pc:spChg>
      </pc:sldChg>
      <pc:sldChg chg="modSp mod">
        <pc:chgData name="Castegnaro, Andrea" userId="e719bb20-b48f-4237-97c2-e35c3e0dc9cd" providerId="ADAL" clId="{8FF4C922-5C0A-4166-B26B-5AF9A9ACAAD2}" dt="2025-09-26T15:10:35.755" v="1682" actId="27636"/>
        <pc:sldMkLst>
          <pc:docMk/>
          <pc:sldMk cId="2379195088" sldId="343"/>
        </pc:sldMkLst>
        <pc:spChg chg="mod">
          <ac:chgData name="Castegnaro, Andrea" userId="e719bb20-b48f-4237-97c2-e35c3e0dc9cd" providerId="ADAL" clId="{8FF4C922-5C0A-4166-B26B-5AF9A9ACAAD2}" dt="2025-09-26T15:10:35.755" v="1682" actId="27636"/>
          <ac:spMkLst>
            <pc:docMk/>
            <pc:sldMk cId="2379195088" sldId="343"/>
            <ac:spMk id="7" creationId="{54CD5984-D0C0-4B4F-AC0A-2376ABCE0754}"/>
          </ac:spMkLst>
        </pc:spChg>
      </pc:sldChg>
      <pc:sldChg chg="modSp mod">
        <pc:chgData name="Castegnaro, Andrea" userId="e719bb20-b48f-4237-97c2-e35c3e0dc9cd" providerId="ADAL" clId="{8FF4C922-5C0A-4166-B26B-5AF9A9ACAAD2}" dt="2025-09-26T15:12:27.434" v="1742" actId="20577"/>
        <pc:sldMkLst>
          <pc:docMk/>
          <pc:sldMk cId="3825568244" sldId="344"/>
        </pc:sldMkLst>
        <pc:spChg chg="mod">
          <ac:chgData name="Castegnaro, Andrea" userId="e719bb20-b48f-4237-97c2-e35c3e0dc9cd" providerId="ADAL" clId="{8FF4C922-5C0A-4166-B26B-5AF9A9ACAAD2}" dt="2025-09-26T15:12:27.434" v="1742" actId="20577"/>
          <ac:spMkLst>
            <pc:docMk/>
            <pc:sldMk cId="3825568244" sldId="344"/>
            <ac:spMk id="7" creationId="{54CD5984-D0C0-4B4F-AC0A-2376ABCE0754}"/>
          </ac:spMkLst>
        </pc:spChg>
      </pc:sldChg>
      <pc:sldChg chg="del">
        <pc:chgData name="Castegnaro, Andrea" userId="e719bb20-b48f-4237-97c2-e35c3e0dc9cd" providerId="ADAL" clId="{8FF4C922-5C0A-4166-B26B-5AF9A9ACAAD2}" dt="2025-09-18T09:33:39.012" v="594" actId="47"/>
        <pc:sldMkLst>
          <pc:docMk/>
          <pc:sldMk cId="3051727776" sldId="345"/>
        </pc:sldMkLst>
      </pc:sldChg>
      <pc:sldChg chg="del">
        <pc:chgData name="Castegnaro, Andrea" userId="e719bb20-b48f-4237-97c2-e35c3e0dc9cd" providerId="ADAL" clId="{8FF4C922-5C0A-4166-B26B-5AF9A9ACAAD2}" dt="2025-09-26T15:26:27.821" v="2049" actId="47"/>
        <pc:sldMkLst>
          <pc:docMk/>
          <pc:sldMk cId="1052288060" sldId="346"/>
        </pc:sldMkLst>
      </pc:sldChg>
      <pc:sldChg chg="modSp mod ord">
        <pc:chgData name="Castegnaro, Andrea" userId="e719bb20-b48f-4237-97c2-e35c3e0dc9cd" providerId="ADAL" clId="{8FF4C922-5C0A-4166-B26B-5AF9A9ACAAD2}" dt="2025-09-26T15:13:54.614" v="1785" actId="20577"/>
        <pc:sldMkLst>
          <pc:docMk/>
          <pc:sldMk cId="3864659095" sldId="347"/>
        </pc:sldMkLst>
        <pc:spChg chg="mod">
          <ac:chgData name="Castegnaro, Andrea" userId="e719bb20-b48f-4237-97c2-e35c3e0dc9cd" providerId="ADAL" clId="{8FF4C922-5C0A-4166-B26B-5AF9A9ACAAD2}" dt="2025-09-26T15:13:54.614" v="1785" actId="20577"/>
          <ac:spMkLst>
            <pc:docMk/>
            <pc:sldMk cId="3864659095" sldId="347"/>
            <ac:spMk id="7" creationId="{54CD5984-D0C0-4B4F-AC0A-2376ABCE0754}"/>
          </ac:spMkLst>
        </pc:spChg>
      </pc:sldChg>
      <pc:sldChg chg="modSp mod ord">
        <pc:chgData name="Castegnaro, Andrea" userId="e719bb20-b48f-4237-97c2-e35c3e0dc9cd" providerId="ADAL" clId="{8FF4C922-5C0A-4166-B26B-5AF9A9ACAAD2}" dt="2025-09-26T15:23:52.294" v="1981" actId="114"/>
        <pc:sldMkLst>
          <pc:docMk/>
          <pc:sldMk cId="2962362268" sldId="348"/>
        </pc:sldMkLst>
        <pc:spChg chg="mod">
          <ac:chgData name="Castegnaro, Andrea" userId="e719bb20-b48f-4237-97c2-e35c3e0dc9cd" providerId="ADAL" clId="{8FF4C922-5C0A-4166-B26B-5AF9A9ACAAD2}" dt="2025-09-26T15:23:52.294" v="1981" actId="114"/>
          <ac:spMkLst>
            <pc:docMk/>
            <pc:sldMk cId="2962362268" sldId="348"/>
            <ac:spMk id="7" creationId="{54CD5984-D0C0-4B4F-AC0A-2376ABCE0754}"/>
          </ac:spMkLst>
        </pc:spChg>
      </pc:sldChg>
      <pc:sldChg chg="addSp modSp mod ord">
        <pc:chgData name="Castegnaro, Andrea" userId="e719bb20-b48f-4237-97c2-e35c3e0dc9cd" providerId="ADAL" clId="{8FF4C922-5C0A-4166-B26B-5AF9A9ACAAD2}" dt="2025-09-26T15:25:09.801" v="2032" actId="20577"/>
        <pc:sldMkLst>
          <pc:docMk/>
          <pc:sldMk cId="761421821" sldId="349"/>
        </pc:sldMkLst>
        <pc:spChg chg="add mod">
          <ac:chgData name="Castegnaro, Andrea" userId="e719bb20-b48f-4237-97c2-e35c3e0dc9cd" providerId="ADAL" clId="{8FF4C922-5C0A-4166-B26B-5AF9A9ACAAD2}" dt="2025-09-26T15:25:09.801" v="2032" actId="20577"/>
          <ac:spMkLst>
            <pc:docMk/>
            <pc:sldMk cId="761421821" sldId="349"/>
            <ac:spMk id="4" creationId="{F2E10879-08D3-8413-C14F-8AAA0D5913AB}"/>
          </ac:spMkLst>
        </pc:spChg>
        <pc:spChg chg="mod">
          <ac:chgData name="Castegnaro, Andrea" userId="e719bb20-b48f-4237-97c2-e35c3e0dc9cd" providerId="ADAL" clId="{8FF4C922-5C0A-4166-B26B-5AF9A9ACAAD2}" dt="2025-09-26T15:24:38.963" v="1992" actId="404"/>
          <ac:spMkLst>
            <pc:docMk/>
            <pc:sldMk cId="761421821" sldId="349"/>
            <ac:spMk id="7" creationId="{54CD5984-D0C0-4B4F-AC0A-2376ABCE0754}"/>
          </ac:spMkLst>
        </pc:spChg>
        <pc:picChg chg="mod">
          <ac:chgData name="Castegnaro, Andrea" userId="e719bb20-b48f-4237-97c2-e35c3e0dc9cd" providerId="ADAL" clId="{8FF4C922-5C0A-4166-B26B-5AF9A9ACAAD2}" dt="2025-09-26T15:24:40.831" v="1993" actId="1076"/>
          <ac:picMkLst>
            <pc:docMk/>
            <pc:sldMk cId="761421821" sldId="349"/>
            <ac:picMk id="3" creationId="{3EFD9365-F19B-541B-A48B-73686ED1931A}"/>
          </ac:picMkLst>
        </pc:picChg>
      </pc:sldChg>
      <pc:sldChg chg="modSp mod ord">
        <pc:chgData name="Castegnaro, Andrea" userId="e719bb20-b48f-4237-97c2-e35c3e0dc9cd" providerId="ADAL" clId="{8FF4C922-5C0A-4166-B26B-5AF9A9ACAAD2}" dt="2025-09-26T15:25:36.627" v="2038" actId="5793"/>
        <pc:sldMkLst>
          <pc:docMk/>
          <pc:sldMk cId="3722518779" sldId="350"/>
        </pc:sldMkLst>
        <pc:spChg chg="mod">
          <ac:chgData name="Castegnaro, Andrea" userId="e719bb20-b48f-4237-97c2-e35c3e0dc9cd" providerId="ADAL" clId="{8FF4C922-5C0A-4166-B26B-5AF9A9ACAAD2}" dt="2025-09-26T15:25:36.627" v="2038" actId="5793"/>
          <ac:spMkLst>
            <pc:docMk/>
            <pc:sldMk cId="3722518779" sldId="350"/>
            <ac:spMk id="4" creationId="{F01B912F-C6A4-463F-9DFE-A403C3D7FEAB}"/>
          </ac:spMkLst>
        </pc:spChg>
      </pc:sldChg>
      <pc:sldChg chg="del">
        <pc:chgData name="Castegnaro, Andrea" userId="e719bb20-b48f-4237-97c2-e35c3e0dc9cd" providerId="ADAL" clId="{8FF4C922-5C0A-4166-B26B-5AF9A9ACAAD2}" dt="2025-09-26T15:26:31.837" v="2050" actId="47"/>
        <pc:sldMkLst>
          <pc:docMk/>
          <pc:sldMk cId="3367806539" sldId="351"/>
        </pc:sldMkLst>
      </pc:sldChg>
      <pc:sldChg chg="del">
        <pc:chgData name="Castegnaro, Andrea" userId="e719bb20-b48f-4237-97c2-e35c3e0dc9cd" providerId="ADAL" clId="{8FF4C922-5C0A-4166-B26B-5AF9A9ACAAD2}" dt="2025-09-26T15:26:33.009" v="2051" actId="47"/>
        <pc:sldMkLst>
          <pc:docMk/>
          <pc:sldMk cId="1630287111" sldId="352"/>
        </pc:sldMkLst>
      </pc:sldChg>
      <pc:sldChg chg="add del">
        <pc:chgData name="Castegnaro, Andrea" userId="e719bb20-b48f-4237-97c2-e35c3e0dc9cd" providerId="ADAL" clId="{8FF4C922-5C0A-4166-B26B-5AF9A9ACAAD2}" dt="2025-09-17T12:55:41.136" v="53" actId="47"/>
        <pc:sldMkLst>
          <pc:docMk/>
          <pc:sldMk cId="2444432109" sldId="353"/>
        </pc:sldMkLst>
      </pc:sldChg>
      <pc:sldChg chg="addSp delSp modSp add mod ord">
        <pc:chgData name="Castegnaro, Andrea" userId="e719bb20-b48f-4237-97c2-e35c3e0dc9cd" providerId="ADAL" clId="{8FF4C922-5C0A-4166-B26B-5AF9A9ACAAD2}" dt="2025-09-26T13:23:42.412" v="1128" actId="21"/>
        <pc:sldMkLst>
          <pc:docMk/>
          <pc:sldMk cId="107963714" sldId="354"/>
        </pc:sldMkLst>
        <pc:spChg chg="add mod">
          <ac:chgData name="Castegnaro, Andrea" userId="e719bb20-b48f-4237-97c2-e35c3e0dc9cd" providerId="ADAL" clId="{8FF4C922-5C0A-4166-B26B-5AF9A9ACAAD2}" dt="2025-09-26T13:23:42.412" v="1128" actId="21"/>
          <ac:spMkLst>
            <pc:docMk/>
            <pc:sldMk cId="107963714" sldId="354"/>
            <ac:spMk id="4" creationId="{E0D169E2-82CE-0058-81A4-52E192718911}"/>
          </ac:spMkLst>
        </pc:spChg>
      </pc:sldChg>
      <pc:sldChg chg="modSp mod">
        <pc:chgData name="Castegnaro, Andrea" userId="e719bb20-b48f-4237-97c2-e35c3e0dc9cd" providerId="ADAL" clId="{8FF4C922-5C0A-4166-B26B-5AF9A9ACAAD2}" dt="2025-09-26T15:26:12.191" v="2047" actId="20577"/>
        <pc:sldMkLst>
          <pc:docMk/>
          <pc:sldMk cId="3340728369" sldId="355"/>
        </pc:sldMkLst>
        <pc:spChg chg="mod">
          <ac:chgData name="Castegnaro, Andrea" userId="e719bb20-b48f-4237-97c2-e35c3e0dc9cd" providerId="ADAL" clId="{8FF4C922-5C0A-4166-B26B-5AF9A9ACAAD2}" dt="2025-09-26T15:26:12.191" v="2047" actId="20577"/>
          <ac:spMkLst>
            <pc:docMk/>
            <pc:sldMk cId="3340728369" sldId="355"/>
            <ac:spMk id="7" creationId="{0050B7A1-DCF0-0E57-B20E-97FC34CC31DB}"/>
          </ac:spMkLst>
        </pc:spChg>
      </pc:sldChg>
      <pc:sldChg chg="modSp del mod">
        <pc:chgData name="Castegnaro, Andrea" userId="e719bb20-b48f-4237-97c2-e35c3e0dc9cd" providerId="ADAL" clId="{8FF4C922-5C0A-4166-B26B-5AF9A9ACAAD2}" dt="2025-09-26T15:26:43.543" v="2052" actId="47"/>
        <pc:sldMkLst>
          <pc:docMk/>
          <pc:sldMk cId="3649770305" sldId="356"/>
        </pc:sldMkLst>
      </pc:sldChg>
      <pc:sldChg chg="modSp add del mod modNotesTx">
        <pc:chgData name="Castegnaro, Andrea" userId="e719bb20-b48f-4237-97c2-e35c3e0dc9cd" providerId="ADAL" clId="{8FF4C922-5C0A-4166-B26B-5AF9A9ACAAD2}" dt="2025-09-26T15:26:24.665" v="2048" actId="47"/>
        <pc:sldMkLst>
          <pc:docMk/>
          <pc:sldMk cId="3169382107" sldId="357"/>
        </pc:sldMkLst>
      </pc:sldChg>
      <pc:sldChg chg="modSp add del mod">
        <pc:chgData name="Castegnaro, Andrea" userId="e719bb20-b48f-4237-97c2-e35c3e0dc9cd" providerId="ADAL" clId="{8FF4C922-5C0A-4166-B26B-5AF9A9ACAAD2}" dt="2025-09-26T15:23:57.586" v="1982" actId="47"/>
        <pc:sldMkLst>
          <pc:docMk/>
          <pc:sldMk cId="3906106853" sldId="358"/>
        </pc:sldMkLst>
      </pc:sldChg>
      <pc:sldChg chg="addSp modSp new mod">
        <pc:chgData name="Castegnaro, Andrea" userId="e719bb20-b48f-4237-97c2-e35c3e0dc9cd" providerId="ADAL" clId="{8FF4C922-5C0A-4166-B26B-5AF9A9ACAAD2}" dt="2025-09-26T15:09:04.771" v="1655" actId="20577"/>
        <pc:sldMkLst>
          <pc:docMk/>
          <pc:sldMk cId="2219469203" sldId="359"/>
        </pc:sldMkLst>
        <pc:spChg chg="mod">
          <ac:chgData name="Castegnaro, Andrea" userId="e719bb20-b48f-4237-97c2-e35c3e0dc9cd" providerId="ADAL" clId="{8FF4C922-5C0A-4166-B26B-5AF9A9ACAAD2}" dt="2025-09-26T13:23:49.920" v="1142" actId="20577"/>
          <ac:spMkLst>
            <pc:docMk/>
            <pc:sldMk cId="2219469203" sldId="359"/>
            <ac:spMk id="2" creationId="{A72EEEED-6DFE-03DF-EA8A-0B69BB9C0828}"/>
          </ac:spMkLst>
        </pc:spChg>
        <pc:spChg chg="mod">
          <ac:chgData name="Castegnaro, Andrea" userId="e719bb20-b48f-4237-97c2-e35c3e0dc9cd" providerId="ADAL" clId="{8FF4C922-5C0A-4166-B26B-5AF9A9ACAAD2}" dt="2025-09-26T15:09:04.771" v="1655" actId="20577"/>
          <ac:spMkLst>
            <pc:docMk/>
            <pc:sldMk cId="2219469203" sldId="359"/>
            <ac:spMk id="3" creationId="{6426E229-3B21-5B83-0E71-180EB4F5BFCD}"/>
          </ac:spMkLst>
        </pc:spChg>
        <pc:spChg chg="add mod">
          <ac:chgData name="Castegnaro, Andrea" userId="e719bb20-b48f-4237-97c2-e35c3e0dc9cd" providerId="ADAL" clId="{8FF4C922-5C0A-4166-B26B-5AF9A9ACAAD2}" dt="2025-09-26T13:27:53.526" v="1539" actId="20577"/>
          <ac:spMkLst>
            <pc:docMk/>
            <pc:sldMk cId="2219469203" sldId="359"/>
            <ac:spMk id="4" creationId="{B3CA247D-CC53-4335-2A87-6DC808C4981C}"/>
          </ac:spMkLst>
        </pc:spChg>
      </pc:sldChg>
    </pc:docChg>
  </pc:docChgLst>
  <pc:docChgLst>
    <pc:chgData name="Castegnaro, Andrea" userId="e719bb20-b48f-4237-97c2-e35c3e0dc9cd" providerId="ADAL" clId="{5FA3B602-7CE8-4A57-9454-11A4CD82540F}"/>
    <pc:docChg chg="undo custSel addSld modSld">
      <pc:chgData name="Castegnaro, Andrea" userId="e719bb20-b48f-4237-97c2-e35c3e0dc9cd" providerId="ADAL" clId="{5FA3B602-7CE8-4A57-9454-11A4CD82540F}" dt="2025-09-17T20:51:16.202" v="532" actId="20577"/>
      <pc:docMkLst>
        <pc:docMk/>
      </pc:docMkLst>
      <pc:sldChg chg="modSp mod">
        <pc:chgData name="Castegnaro, Andrea" userId="e719bb20-b48f-4237-97c2-e35c3e0dc9cd" providerId="ADAL" clId="{5FA3B602-7CE8-4A57-9454-11A4CD82540F}" dt="2025-09-17T16:05:48.187" v="2" actId="20577"/>
        <pc:sldMkLst>
          <pc:docMk/>
          <pc:sldMk cId="3051727776" sldId="345"/>
        </pc:sldMkLst>
      </pc:sldChg>
      <pc:sldChg chg="modSp add mod">
        <pc:chgData name="Castegnaro, Andrea" userId="e719bb20-b48f-4237-97c2-e35c3e0dc9cd" providerId="ADAL" clId="{5FA3B602-7CE8-4A57-9454-11A4CD82540F}" dt="2025-09-17T16:30:03.926" v="16" actId="403"/>
        <pc:sldMkLst>
          <pc:docMk/>
          <pc:sldMk cId="3340728369" sldId="355"/>
        </pc:sldMkLst>
        <pc:spChg chg="mod">
          <ac:chgData name="Castegnaro, Andrea" userId="e719bb20-b48f-4237-97c2-e35c3e0dc9cd" providerId="ADAL" clId="{5FA3B602-7CE8-4A57-9454-11A4CD82540F}" dt="2025-09-17T16:30:03.926" v="16" actId="403"/>
          <ac:spMkLst>
            <pc:docMk/>
            <pc:sldMk cId="3340728369" sldId="355"/>
            <ac:spMk id="7" creationId="{0050B7A1-DCF0-0E57-B20E-97FC34CC31DB}"/>
          </ac:spMkLst>
        </pc:spChg>
      </pc:sldChg>
      <pc:sldChg chg="modSp add mod modNotesTx">
        <pc:chgData name="Castegnaro, Andrea" userId="e719bb20-b48f-4237-97c2-e35c3e0dc9cd" providerId="ADAL" clId="{5FA3B602-7CE8-4A57-9454-11A4CD82540F}" dt="2025-09-17T20:51:16.202" v="532" actId="20577"/>
        <pc:sldMkLst>
          <pc:docMk/>
          <pc:sldMk cId="3649770305" sldId="356"/>
        </pc:sldMkLst>
      </pc:sldChg>
    </pc:docChg>
  </pc:docChgLst>
  <pc:docChgLst>
    <pc:chgData name="Castegnaro, Andrea" userId="e719bb20-b48f-4237-97c2-e35c3e0dc9cd" providerId="ADAL" clId="{A08C7305-65AF-48EC-8580-A06F5847C1C9}"/>
    <pc:docChg chg="undo redo custSel addSld delSld modSld sldOrd">
      <pc:chgData name="Castegnaro, Andrea" userId="e719bb20-b48f-4237-97c2-e35c3e0dc9cd" providerId="ADAL" clId="{A08C7305-65AF-48EC-8580-A06F5847C1C9}" dt="2024-01-26T11:27:25.179" v="8525" actId="20577"/>
      <pc:docMkLst>
        <pc:docMk/>
      </pc:docMkLst>
      <pc:sldChg chg="modSp mod">
        <pc:chgData name="Castegnaro, Andrea" userId="e719bb20-b48f-4237-97c2-e35c3e0dc9cd" providerId="ADAL" clId="{A08C7305-65AF-48EC-8580-A06F5847C1C9}" dt="2024-01-22T18:41:57.300" v="948" actId="403"/>
        <pc:sldMkLst>
          <pc:docMk/>
          <pc:sldMk cId="2445713399" sldId="312"/>
        </pc:sldMkLst>
      </pc:sldChg>
      <pc:sldChg chg="modSp mod">
        <pc:chgData name="Castegnaro, Andrea" userId="e719bb20-b48f-4237-97c2-e35c3e0dc9cd" providerId="ADAL" clId="{A08C7305-65AF-48EC-8580-A06F5847C1C9}" dt="2024-01-24T22:14:17.600" v="6731" actId="20577"/>
        <pc:sldMkLst>
          <pc:docMk/>
          <pc:sldMk cId="3098246948" sldId="320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2695853462" sldId="321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3366187170" sldId="322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399080098" sldId="324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2336413018" sldId="325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2722255684" sldId="327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1057538686" sldId="329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2645979126" sldId="331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3686595670" sldId="332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4054631168" sldId="333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3423161011" sldId="334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718657368" sldId="335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3468065226" sldId="336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3329810214" sldId="337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2097315419" sldId="338"/>
        </pc:sldMkLst>
      </pc:sldChg>
      <pc:sldChg chg="delSp modSp mod">
        <pc:chgData name="Castegnaro, Andrea" userId="e719bb20-b48f-4237-97c2-e35c3e0dc9cd" providerId="ADAL" clId="{A08C7305-65AF-48EC-8580-A06F5847C1C9}" dt="2024-01-26T11:27:25.179" v="8525" actId="20577"/>
        <pc:sldMkLst>
          <pc:docMk/>
          <pc:sldMk cId="2075616132" sldId="339"/>
        </pc:sldMkLst>
      </pc:sldChg>
      <pc:sldChg chg="addSp delSp modSp add mod setBg">
        <pc:chgData name="Castegnaro, Andrea" userId="e719bb20-b48f-4237-97c2-e35c3e0dc9cd" providerId="ADAL" clId="{A08C7305-65AF-48EC-8580-A06F5847C1C9}" dt="2024-01-24T11:14:52.817" v="2856" actId="26606"/>
        <pc:sldMkLst>
          <pc:docMk/>
          <pc:sldMk cId="774144242" sldId="340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3243017373" sldId="340"/>
        </pc:sldMkLst>
      </pc:sldChg>
      <pc:sldChg chg="del">
        <pc:chgData name="Castegnaro, Andrea" userId="e719bb20-b48f-4237-97c2-e35c3e0dc9cd" providerId="ADAL" clId="{A08C7305-65AF-48EC-8580-A06F5847C1C9}" dt="2024-01-22T18:27:28.213" v="100" actId="47"/>
        <pc:sldMkLst>
          <pc:docMk/>
          <pc:sldMk cId="1126732628" sldId="341"/>
        </pc:sldMkLst>
      </pc:sldChg>
      <pc:sldChg chg="addSp modSp add mod">
        <pc:chgData name="Castegnaro, Andrea" userId="e719bb20-b48f-4237-97c2-e35c3e0dc9cd" providerId="ADAL" clId="{A08C7305-65AF-48EC-8580-A06F5847C1C9}" dt="2024-01-24T11:44:52.367" v="3172" actId="5793"/>
        <pc:sldMkLst>
          <pc:docMk/>
          <pc:sldMk cId="1556280087" sldId="341"/>
        </pc:sldMkLst>
      </pc:sldChg>
      <pc:sldChg chg="addSp delSp modSp add mod">
        <pc:chgData name="Castegnaro, Andrea" userId="e719bb20-b48f-4237-97c2-e35c3e0dc9cd" providerId="ADAL" clId="{A08C7305-65AF-48EC-8580-A06F5847C1C9}" dt="2024-01-24T11:14:51.874" v="2855" actId="26606"/>
        <pc:sldMkLst>
          <pc:docMk/>
          <pc:sldMk cId="278395910" sldId="342"/>
        </pc:sldMkLst>
      </pc:sldChg>
      <pc:sldChg chg="modSp add mod ord">
        <pc:chgData name="Castegnaro, Andrea" userId="e719bb20-b48f-4237-97c2-e35c3e0dc9cd" providerId="ADAL" clId="{A08C7305-65AF-48EC-8580-A06F5847C1C9}" dt="2024-01-26T11:24:57.427" v="8282" actId="20577"/>
        <pc:sldMkLst>
          <pc:docMk/>
          <pc:sldMk cId="2379195088" sldId="343"/>
        </pc:sldMkLst>
      </pc:sldChg>
      <pc:sldChg chg="addSp delSp modSp add mod">
        <pc:chgData name="Castegnaro, Andrea" userId="e719bb20-b48f-4237-97c2-e35c3e0dc9cd" providerId="ADAL" clId="{A08C7305-65AF-48EC-8580-A06F5847C1C9}" dt="2024-01-24T11:59:07.010" v="3790" actId="20577"/>
        <pc:sldMkLst>
          <pc:docMk/>
          <pc:sldMk cId="3825568244" sldId="344"/>
        </pc:sldMkLst>
      </pc:sldChg>
      <pc:sldChg chg="addSp delSp modSp add mod">
        <pc:chgData name="Castegnaro, Andrea" userId="e719bb20-b48f-4237-97c2-e35c3e0dc9cd" providerId="ADAL" clId="{A08C7305-65AF-48EC-8580-A06F5847C1C9}" dt="2024-01-24T16:58:59.977" v="4696" actId="114"/>
        <pc:sldMkLst>
          <pc:docMk/>
          <pc:sldMk cId="3051727776" sldId="345"/>
        </pc:sldMkLst>
      </pc:sldChg>
      <pc:sldChg chg="addSp delSp modSp add mod modNotesTx">
        <pc:chgData name="Castegnaro, Andrea" userId="e719bb20-b48f-4237-97c2-e35c3e0dc9cd" providerId="ADAL" clId="{A08C7305-65AF-48EC-8580-A06F5847C1C9}" dt="2024-01-25T09:55:32.336" v="7736" actId="20577"/>
        <pc:sldMkLst>
          <pc:docMk/>
          <pc:sldMk cId="1052288060" sldId="346"/>
        </pc:sldMkLst>
      </pc:sldChg>
      <pc:sldChg chg="modSp add mod">
        <pc:chgData name="Castegnaro, Andrea" userId="e719bb20-b48f-4237-97c2-e35c3e0dc9cd" providerId="ADAL" clId="{A08C7305-65AF-48EC-8580-A06F5847C1C9}" dt="2024-01-24T22:17:04.184" v="6741" actId="20577"/>
        <pc:sldMkLst>
          <pc:docMk/>
          <pc:sldMk cId="3864659095" sldId="347"/>
        </pc:sldMkLst>
      </pc:sldChg>
      <pc:sldChg chg="modSp add mod">
        <pc:chgData name="Castegnaro, Andrea" userId="e719bb20-b48f-4237-97c2-e35c3e0dc9cd" providerId="ADAL" clId="{A08C7305-65AF-48EC-8580-A06F5847C1C9}" dt="2024-01-24T22:17:41.608" v="6754" actId="20577"/>
        <pc:sldMkLst>
          <pc:docMk/>
          <pc:sldMk cId="2962362268" sldId="348"/>
        </pc:sldMkLst>
      </pc:sldChg>
      <pc:sldChg chg="addSp delSp modSp add mod">
        <pc:chgData name="Castegnaro, Andrea" userId="e719bb20-b48f-4237-97c2-e35c3e0dc9cd" providerId="ADAL" clId="{A08C7305-65AF-48EC-8580-A06F5847C1C9}" dt="2024-01-24T18:56:42.020" v="6541" actId="1076"/>
        <pc:sldMkLst>
          <pc:docMk/>
          <pc:sldMk cId="761421821" sldId="349"/>
        </pc:sldMkLst>
      </pc:sldChg>
      <pc:sldChg chg="new del">
        <pc:chgData name="Castegnaro, Andrea" userId="e719bb20-b48f-4237-97c2-e35c3e0dc9cd" providerId="ADAL" clId="{A08C7305-65AF-48EC-8580-A06F5847C1C9}" dt="2024-01-24T20:56:22.615" v="6542" actId="47"/>
        <pc:sldMkLst>
          <pc:docMk/>
          <pc:sldMk cId="3247835203" sldId="350"/>
        </pc:sldMkLst>
      </pc:sldChg>
      <pc:sldChg chg="delSp modSp add mod modNotesTx">
        <pc:chgData name="Castegnaro, Andrea" userId="e719bb20-b48f-4237-97c2-e35c3e0dc9cd" providerId="ADAL" clId="{A08C7305-65AF-48EC-8580-A06F5847C1C9}" dt="2024-01-25T09:59:04.979" v="7788" actId="20577"/>
        <pc:sldMkLst>
          <pc:docMk/>
          <pc:sldMk cId="3722518779" sldId="350"/>
        </pc:sldMkLst>
      </pc:sldChg>
      <pc:sldChg chg="modSp add mod">
        <pc:chgData name="Castegnaro, Andrea" userId="e719bb20-b48f-4237-97c2-e35c3e0dc9cd" providerId="ADAL" clId="{A08C7305-65AF-48EC-8580-A06F5847C1C9}" dt="2024-01-25T12:03:23.844" v="8257" actId="20577"/>
        <pc:sldMkLst>
          <pc:docMk/>
          <pc:sldMk cId="3367806539" sldId="351"/>
        </pc:sldMkLst>
      </pc:sldChg>
      <pc:sldChg chg="modSp add mod">
        <pc:chgData name="Castegnaro, Andrea" userId="e719bb20-b48f-4237-97c2-e35c3e0dc9cd" providerId="ADAL" clId="{A08C7305-65AF-48EC-8580-A06F5847C1C9}" dt="2024-01-25T12:03:16.539" v="8252" actId="20577"/>
        <pc:sldMkLst>
          <pc:docMk/>
          <pc:sldMk cId="1630287111" sldId="3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F974D-30EB-482A-858D-B0239C636283}" type="datetimeFigureOut">
              <a:rPr lang="en-GB" smtClean="0"/>
              <a:t>26/09/2025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8C8C94-5F5C-42AF-A47E-0D1E91CECD2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68741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35ECB-7598-6528-7E13-2CEA1C2F8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11EF8B-EA75-8936-CE6A-A0BA53A4A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FBB5CB-DA40-EF74-43B2-0A988DE6C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6E2E1-792E-87BA-81CF-4E8D75BCE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794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0965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2609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34976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72609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5232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7120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0691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9516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2253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52580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BC94E-7783-5245-D107-D6C8E629D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4DD94F-8A4E-C140-9093-25D55AF4FB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B31A4C-485F-6635-79C6-63EDFAE84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A24F0-F434-3F3A-7CD9-685DA4C4D4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42293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8C8C94-5F5C-42AF-A47E-0D1E91CECD2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261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A9CA8-AF1D-364D-8B3E-7A1E9A0F85E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AAE4-27ED-404C-B07A-1C0EE670F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88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CBADFE9-FC12-4307-95F4-06BB4F23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845389"/>
            <a:ext cx="10619117" cy="13802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9E1E04-201C-4AFB-A473-BF82F909B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562" y="6426679"/>
            <a:ext cx="3201838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A9CA8-AF1D-364D-8B3E-7A1E9A0F85E0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9357CF-E94B-4B42-A082-A9BB44C7A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679"/>
            <a:ext cx="41148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3C59C9B-ABAD-49B2-867B-9F0FED833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073" y="6426679"/>
            <a:ext cx="27432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0AAE4-27ED-404C-B07A-1C0EE670FB17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CC2AA100-D40F-4F6F-ADBB-71F3F3FFA65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10619117" cy="4201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80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6DA8E2-0715-48FF-B095-51914055FA9A}"/>
              </a:ext>
            </a:extLst>
          </p:cNvPr>
          <p:cNvSpPr/>
          <p:nvPr userDrawn="1"/>
        </p:nvSpPr>
        <p:spPr>
          <a:xfrm>
            <a:off x="0" y="447675"/>
            <a:ext cx="12191238" cy="64103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CBADFE9-FC12-4307-95F4-06BB4F23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845389"/>
            <a:ext cx="10619117" cy="13802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9E1E04-201C-4AFB-A473-BF82F909B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562" y="6426679"/>
            <a:ext cx="3201838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67EA9CA8-AF1D-364D-8B3E-7A1E9A0F85E0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9357CF-E94B-4B42-A082-A9BB44C7A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679"/>
            <a:ext cx="41148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3C59C9B-ABAD-49B2-867B-9F0FED833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073" y="6426679"/>
            <a:ext cx="27432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E10AAE4-27ED-404C-B07A-1C0EE670FB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A1AC8D6E-ABC8-4C12-88E8-D23FAFA3B71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10619117" cy="42010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3364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(Purp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6DA8E2-0715-48FF-B095-51914055FA9A}"/>
              </a:ext>
            </a:extLst>
          </p:cNvPr>
          <p:cNvSpPr/>
          <p:nvPr userDrawn="1"/>
        </p:nvSpPr>
        <p:spPr>
          <a:xfrm>
            <a:off x="0" y="447675"/>
            <a:ext cx="12191238" cy="64103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CBADFE9-FC12-4307-95F4-06BB4F23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845389"/>
            <a:ext cx="10619117" cy="13802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9E1E04-201C-4AFB-A473-BF82F909B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562" y="6426679"/>
            <a:ext cx="3201838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7EA9CA8-AF1D-364D-8B3E-7A1E9A0F85E0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9357CF-E94B-4B42-A082-A9BB44C7A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679"/>
            <a:ext cx="41148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3C59C9B-ABAD-49B2-867B-9F0FED833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073" y="6426679"/>
            <a:ext cx="27432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E10AAE4-27ED-404C-B07A-1C0EE670FB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5E877147-E01D-4D39-82B0-04907B0B8DC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10619117" cy="4201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591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Te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6DA8E2-0715-48FF-B095-51914055FA9A}"/>
              </a:ext>
            </a:extLst>
          </p:cNvPr>
          <p:cNvSpPr/>
          <p:nvPr userDrawn="1"/>
        </p:nvSpPr>
        <p:spPr>
          <a:xfrm>
            <a:off x="0" y="447675"/>
            <a:ext cx="12191238" cy="6410325"/>
          </a:xfrm>
          <a:prstGeom prst="rect">
            <a:avLst/>
          </a:prstGeom>
          <a:solidFill>
            <a:srgbClr val="1197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CBADFE9-FC12-4307-95F4-06BB4F23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845389"/>
            <a:ext cx="10619117" cy="13802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9E1E04-201C-4AFB-A473-BF82F909B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562" y="6426679"/>
            <a:ext cx="3201838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7EA9CA8-AF1D-364D-8B3E-7A1E9A0F85E0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9357CF-E94B-4B42-A082-A9BB44C7A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679"/>
            <a:ext cx="41148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3C59C9B-ABAD-49B2-867B-9F0FED833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073" y="6426679"/>
            <a:ext cx="27432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E10AAE4-27ED-404C-B07A-1C0EE670FB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19C13AD8-0D3F-4392-B213-AC168971FD5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10619117" cy="4201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504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Lim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6DA8E2-0715-48FF-B095-51914055FA9A}"/>
              </a:ext>
            </a:extLst>
          </p:cNvPr>
          <p:cNvSpPr/>
          <p:nvPr userDrawn="1"/>
        </p:nvSpPr>
        <p:spPr>
          <a:xfrm>
            <a:off x="0" y="447675"/>
            <a:ext cx="12191238" cy="641032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CBADFE9-FC12-4307-95F4-06BB4F23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845389"/>
            <a:ext cx="10619117" cy="13802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9E1E04-201C-4AFB-A473-BF82F909B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562" y="6426679"/>
            <a:ext cx="3201838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7EA9CA8-AF1D-364D-8B3E-7A1E9A0F85E0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9357CF-E94B-4B42-A082-A9BB44C7A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679"/>
            <a:ext cx="41148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3C59C9B-ABAD-49B2-867B-9F0FED833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073" y="6426679"/>
            <a:ext cx="27432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E10AAE4-27ED-404C-B07A-1C0EE670FB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80117040-8C6D-4465-A393-FF43F17C344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10619117" cy="4201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73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Lt Pur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6DA8E2-0715-48FF-B095-51914055FA9A}"/>
              </a:ext>
            </a:extLst>
          </p:cNvPr>
          <p:cNvSpPr/>
          <p:nvPr userDrawn="1"/>
        </p:nvSpPr>
        <p:spPr>
          <a:xfrm>
            <a:off x="0" y="447675"/>
            <a:ext cx="12191238" cy="64103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CBADFE9-FC12-4307-95F4-06BB4F23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845389"/>
            <a:ext cx="10619117" cy="13802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9E1E04-201C-4AFB-A473-BF82F909B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562" y="6426679"/>
            <a:ext cx="3201838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7EA9CA8-AF1D-364D-8B3E-7A1E9A0F85E0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9357CF-E94B-4B42-A082-A9BB44C7A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679"/>
            <a:ext cx="41148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3C59C9B-ABAD-49B2-867B-9F0FED833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073" y="6426679"/>
            <a:ext cx="27432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E10AAE4-27ED-404C-B07A-1C0EE670FB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913AE1C4-3585-4AAB-B9FF-BED4DB9BD9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10619117" cy="42010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451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(Lt Pur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6DA8E2-0715-48FF-B095-51914055FA9A}"/>
              </a:ext>
            </a:extLst>
          </p:cNvPr>
          <p:cNvSpPr/>
          <p:nvPr userDrawn="1"/>
        </p:nvSpPr>
        <p:spPr>
          <a:xfrm>
            <a:off x="0" y="447675"/>
            <a:ext cx="12191238" cy="64103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CBADFE9-FC12-4307-95F4-06BB4F23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845389"/>
            <a:ext cx="10619117" cy="13802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9E1E04-201C-4AFB-A473-BF82F909B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562" y="6426679"/>
            <a:ext cx="3201838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67EA9CA8-AF1D-364D-8B3E-7A1E9A0F85E0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9357CF-E94B-4B42-A082-A9BB44C7A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679"/>
            <a:ext cx="41148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3C59C9B-ABAD-49B2-867B-9F0FED833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073" y="6426679"/>
            <a:ext cx="27432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EE10AAE4-27ED-404C-B07A-1C0EE670FB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8392337B-D631-4DAF-90E4-B390E505AE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10619117" cy="420106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832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 (Lt Pur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E6DA8E2-0715-48FF-B095-51914055FA9A}"/>
              </a:ext>
            </a:extLst>
          </p:cNvPr>
          <p:cNvSpPr/>
          <p:nvPr userDrawn="1"/>
        </p:nvSpPr>
        <p:spPr>
          <a:xfrm>
            <a:off x="0" y="447675"/>
            <a:ext cx="12191238" cy="64103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1CBADFE9-FC12-4307-95F4-06BB4F23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845389"/>
            <a:ext cx="10619117" cy="13802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39E1E04-201C-4AFB-A473-BF82F909B6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9562" y="6426679"/>
            <a:ext cx="3201838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67EA9CA8-AF1D-364D-8B3E-7A1E9A0F85E0}" type="datetimeFigureOut">
              <a:rPr lang="en-US" smtClean="0"/>
              <a:pPr/>
              <a:t>9/26/2025</a:t>
            </a:fld>
            <a:endParaRPr lang="en-US" dirty="0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9357CF-E94B-4B42-A082-A9BB44C7AF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6679"/>
            <a:ext cx="41148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3C59C9B-ABAD-49B2-867B-9F0FED8334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3073" y="6426679"/>
            <a:ext cx="27432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EE10AAE4-27ED-404C-B07A-1C0EE670FB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17">
            <a:extLst>
              <a:ext uri="{FF2B5EF4-FFF2-40B4-BE49-F238E27FC236}">
                <a16:creationId xmlns:a16="http://schemas.microsoft.com/office/drawing/2014/main" id="{8392337B-D631-4DAF-90E4-B390E505AE1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10619117" cy="42010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432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A9CA8-AF1D-364D-8B3E-7A1E9A0F85E0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0AAE4-27ED-404C-B07A-1C0EE670F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415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ED3EEDA-7C06-4280-B0D0-B392E4088FBB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0" y="0"/>
            <a:ext cx="12201463" cy="686375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9562" y="845389"/>
            <a:ext cx="10619117" cy="138022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9562" y="2225615"/>
            <a:ext cx="10619117" cy="4201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9562" y="6426679"/>
            <a:ext cx="3201838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A9CA8-AF1D-364D-8B3E-7A1E9A0F85E0}" type="datetimeFigureOut">
              <a:rPr lang="en-US" smtClean="0"/>
              <a:t>9/26/2025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26679"/>
            <a:ext cx="41148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23073" y="6426679"/>
            <a:ext cx="2743200" cy="294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0AAE4-27ED-404C-B07A-1C0EE670FB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950" indent="-36195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‒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15963" indent="-3540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‒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077913" indent="-36195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‒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31925" indent="-354013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‒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793875" indent="-361950" algn="l" defTabSz="914400" rtl="0" eaLnBrk="1" latinLnBrk="0" hangingPunct="1">
        <a:lnSpc>
          <a:spcPct val="90000"/>
        </a:lnSpc>
        <a:spcBef>
          <a:spcPts val="0"/>
        </a:spcBef>
        <a:buFont typeface="Arial" panose="020B0604020202020204" pitchFamily="34" charset="0"/>
        <a:buChar char="‒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uceeaca@ucl.ac.uk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markdownguide.org/" TargetMode="External"/><Relationship Id="rId4" Type="http://schemas.openxmlformats.org/officeDocument/2006/relationships/hyperlink" Target="https://www.latex-project.org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" TargetMode="External"/><Relationship Id="rId2" Type="http://schemas.openxmlformats.org/officeDocument/2006/relationships/hyperlink" Target="https://chat.openai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enakeiz/ICN_Programming_Course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B7D50A-2F55-41BB-89F9-4739DA584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442" y="845389"/>
            <a:ext cx="10619117" cy="1380226"/>
          </a:xfrm>
        </p:spPr>
        <p:txBody>
          <a:bodyPr>
            <a:noAutofit/>
          </a:bodyPr>
          <a:lstStyle/>
          <a:p>
            <a:pPr algn="ctr"/>
            <a:r>
              <a:rPr lang="en-US" sz="6000" dirty="0"/>
              <a:t>ICN Programming Course</a:t>
            </a:r>
            <a:endParaRPr lang="en-GB" sz="60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1578D7-67FF-4927-BFF8-8E8235ECAA05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86441" y="1792586"/>
            <a:ext cx="10619117" cy="482549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dirty="0"/>
              <a:t>An introduction to Python</a:t>
            </a: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r>
              <a:rPr lang="en-GB" dirty="0"/>
              <a:t>Andrea Castegnaro</a:t>
            </a:r>
          </a:p>
          <a:p>
            <a:pPr marL="0" indent="0" algn="ctr">
              <a:buNone/>
            </a:pPr>
            <a:r>
              <a:rPr lang="en-GB" sz="1800" dirty="0">
                <a:hlinkClick r:id="rId2"/>
              </a:rPr>
              <a:t>uceeaca@ucl.ac.uk</a:t>
            </a:r>
            <a:br>
              <a:rPr lang="en-GB" sz="1800" dirty="0">
                <a:solidFill>
                  <a:srgbClr val="228B22"/>
                </a:solidFill>
                <a:latin typeface="Menlo"/>
              </a:rPr>
            </a:br>
            <a:endParaRPr lang="en-GB" sz="1800" b="0" i="0" dirty="0">
              <a:solidFill>
                <a:srgbClr val="228B22"/>
              </a:solidFill>
              <a:effectLst/>
              <a:latin typeface="Menlo"/>
            </a:endParaRPr>
          </a:p>
          <a:p>
            <a:pPr marL="0" indent="0" algn="ctr">
              <a:buNone/>
            </a:pPr>
            <a:endParaRPr lang="en-GB" sz="1800" b="0" i="0" dirty="0">
              <a:effectLst/>
              <a:latin typeface="Menlo"/>
            </a:endParaRPr>
          </a:p>
          <a:p>
            <a:pPr marL="0" indent="0" algn="ctr">
              <a:buNone/>
            </a:pPr>
            <a:endParaRPr lang="en-GB" dirty="0"/>
          </a:p>
          <a:p>
            <a:pPr marL="0" indent="0" algn="ctr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571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FC520-FE59-F09A-0269-4D8651C5F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0D169E2-82CE-0058-81A4-52E192718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924" y="1661586"/>
            <a:ext cx="1205607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Who is this course for?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Absolute beginners from psychology/neuroscience - no prior coding experience assumed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will you gain?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Comfort running Python, understanding core concepts of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Object-Oriented Programming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(OOP) - data types, flow control, functions, classes, files. An introduction to Git.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Jupyter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notebooks, pandas, basic statistics, building our own cognitive experiments using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PsychoPy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package.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each lesson runs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short concept overview → 2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coding examples → 3. practical examples</a:t>
            </a:r>
          </a:p>
        </p:txBody>
      </p:sp>
    </p:spTree>
    <p:extLst>
      <p:ext uri="{BB962C8B-B14F-4D97-AF65-F5344CB8AC3E}">
        <p14:creationId xmlns:p14="http://schemas.microsoft.com/office/powerpoint/2010/main" val="107963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EEEED-6DFE-03DF-EA8A-0B69BB9C0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6E229-3B21-5B83-0E71-180EB4F5BFC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5605602" cy="420106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Term 1, Lessons 1–5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Setup, variables &amp; built-in types, lists and </a:t>
            </a:r>
            <a:r>
              <a:rPr lang="en-US" altLang="en-US" dirty="0" err="1">
                <a:latin typeface="Arial" panose="020B0604020202020204" pitchFamily="34" charset="0"/>
              </a:rPr>
              <a:t>numpy</a:t>
            </a:r>
            <a:r>
              <a:rPr lang="en-US" altLang="en-US" dirty="0">
                <a:latin typeface="Arial" panose="020B0604020202020204" pitchFamily="34" charset="0"/>
              </a:rPr>
              <a:t> arrays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en-US" altLang="en-US" dirty="0">
                <a:latin typeface="Arial" panose="020B0604020202020204" pitchFamily="34" charset="0"/>
              </a:rPr>
              <a:t>Git intro, mathematical functions, random numbers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lang="en-US" altLang="en-US" dirty="0">
                <a:latin typeface="Arial" panose="020B0604020202020204" pitchFamily="34" charset="0"/>
              </a:rPr>
              <a:t> Control flow, dictionaries, user input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lang="en-US" altLang="en-US" dirty="0">
                <a:latin typeface="Arial" panose="020B0604020202020204" pitchFamily="34" charset="0"/>
              </a:rPr>
              <a:t> Basics of object oriented programming, functions and classes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lang="en-US" altLang="en-US" dirty="0">
                <a:latin typeface="Arial" panose="020B0604020202020204" pitchFamily="34" charset="0"/>
              </a:rPr>
              <a:t> Handling files, exceptions</a:t>
            </a:r>
          </a:p>
          <a:p>
            <a:endParaRPr lang="en-GB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CA247D-CC53-4335-2A87-6DC808C4981C}"/>
              </a:ext>
            </a:extLst>
          </p:cNvPr>
          <p:cNvSpPr txBox="1">
            <a:spLocks/>
          </p:cNvSpPr>
          <p:nvPr/>
        </p:nvSpPr>
        <p:spPr>
          <a:xfrm>
            <a:off x="6327120" y="2225615"/>
            <a:ext cx="5605602" cy="4201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1950" indent="-36195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15963" indent="-354013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77913" indent="-36195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31925" indent="-354013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93875" indent="-361950" algn="l" defTabSz="914400" rtl="0" eaLnBrk="1" latinLnBrk="0" hangingPunct="1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Char char="‒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Term 2, Lessons 6–10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Using pandas, exploratory analysis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Basic statistics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Plotting (using matplotlib/seaborn)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Using </a:t>
            </a:r>
            <a:r>
              <a:rPr lang="en-US" altLang="en-US" dirty="0" err="1">
                <a:latin typeface="Arial" panose="020B0604020202020204" pitchFamily="34" charset="0"/>
              </a:rPr>
              <a:t>PyschoPy</a:t>
            </a:r>
            <a:r>
              <a:rPr lang="en-US" altLang="en-US" dirty="0">
                <a:latin typeface="Arial" panose="020B0604020202020204" pitchFamily="34" charset="0"/>
              </a:rPr>
              <a:t> for </a:t>
            </a:r>
            <a:r>
              <a:rPr lang="en-US" altLang="en-US" dirty="0" err="1">
                <a:latin typeface="Arial" panose="020B0604020202020204" pitchFamily="34" charset="0"/>
              </a:rPr>
              <a:t>builing</a:t>
            </a:r>
            <a:r>
              <a:rPr lang="en-US" altLang="en-US" dirty="0">
                <a:latin typeface="Arial" panose="020B0604020202020204" pitchFamily="34" charset="0"/>
              </a:rPr>
              <a:t> experiments (1/2)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>
                <a:latin typeface="Arial" panose="020B0604020202020204" pitchFamily="34" charset="0"/>
              </a:rPr>
              <a:t> Using </a:t>
            </a:r>
            <a:r>
              <a:rPr lang="en-US" altLang="en-US" dirty="0" err="1">
                <a:latin typeface="Arial" panose="020B0604020202020204" pitchFamily="34" charset="0"/>
              </a:rPr>
              <a:t>PsychoPy</a:t>
            </a:r>
            <a:r>
              <a:rPr lang="en-US" altLang="en-US" dirty="0">
                <a:latin typeface="Arial" panose="020B0604020202020204" pitchFamily="34" charset="0"/>
              </a:rPr>
              <a:t> for building experiments (2/2)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9469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Python?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86441" y="1840674"/>
            <a:ext cx="10619117" cy="490450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Python is an </a:t>
            </a:r>
            <a:r>
              <a:rPr lang="en-US" b="1" dirty="0"/>
              <a:t>interpreted</a:t>
            </a:r>
            <a:r>
              <a:rPr lang="en-US" dirty="0"/>
              <a:t> language (as opposed to compiled like C/C++)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Invented in 1991 with the following philosophy in mind: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Emphasizes code readability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Uses </a:t>
            </a:r>
            <a:r>
              <a:rPr lang="en-US" b="1" dirty="0"/>
              <a:t>significant whitespace</a:t>
            </a:r>
            <a:r>
              <a:rPr lang="en-US" dirty="0"/>
              <a:t>.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/>
              <a:t>Allows expression of concepts in fewer lines of code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Dynamic</a:t>
            </a:r>
            <a:r>
              <a:rPr lang="en-US" dirty="0"/>
              <a:t> typing</a:t>
            </a:r>
          </a:p>
          <a:p>
            <a:pPr lvl="1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It has a versatile use – ranging from </a:t>
            </a:r>
            <a:r>
              <a:rPr lang="en-US" i="1" dirty="0"/>
              <a:t>web development, data analysis, ai, </a:t>
            </a:r>
            <a:r>
              <a:rPr lang="en-US" i="1" dirty="0" err="1"/>
              <a:t>devops</a:t>
            </a:r>
            <a:r>
              <a:rPr lang="en-US" i="1" dirty="0"/>
              <a:t>, </a:t>
            </a:r>
            <a:r>
              <a:rPr lang="en-US" i="1" dirty="0" err="1"/>
              <a:t>etc</a:t>
            </a:r>
            <a:endParaRPr lang="en-US" i="1" dirty="0"/>
          </a:p>
          <a:p>
            <a:pPr marL="0" indent="0">
              <a:lnSpc>
                <a:spcPct val="120000"/>
              </a:lnSpc>
              <a:buNone/>
            </a:pPr>
            <a:endParaRPr lang="en-US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Reasons for popularity:</a:t>
            </a:r>
          </a:p>
          <a:p>
            <a:pPr>
              <a:lnSpc>
                <a:spcPct val="120000"/>
              </a:lnSpc>
            </a:pPr>
            <a:r>
              <a:rPr lang="en-US" dirty="0"/>
              <a:t>Large community – vast collection of modules, created by the community</a:t>
            </a:r>
          </a:p>
          <a:p>
            <a:pPr>
              <a:lnSpc>
                <a:spcPct val="120000"/>
              </a:lnSpc>
            </a:pPr>
            <a:r>
              <a:rPr lang="en-US" dirty="0"/>
              <a:t>Open source – freely available, redistributable and modifiable 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824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Installation (Windows)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1630837"/>
            <a:ext cx="11432876" cy="522716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Download Python: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Visit the official Python website: </a:t>
            </a:r>
            <a:r>
              <a:rPr lang="en-US" sz="1800" dirty="0">
                <a:hlinkClick r:id="rId3"/>
              </a:rPr>
              <a:t>https://www.python.org/</a:t>
            </a:r>
            <a:endParaRPr lang="en-US" sz="1800" dirty="0"/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Click on "Download Python 3.x.x" (for compatibility with the rest of the course use 3.10.X).</a:t>
            </a:r>
          </a:p>
          <a:p>
            <a:pPr marL="811213" lvl="1" indent="-457200">
              <a:lnSpc>
                <a:spcPct val="120000"/>
              </a:lnSpc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Run the Installer: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Locate the downloaded file (usually in the </a:t>
            </a:r>
            <a:r>
              <a:rPr lang="en-US" sz="1800" i="1" dirty="0"/>
              <a:t>'Downloads'</a:t>
            </a:r>
            <a:r>
              <a:rPr lang="en-US" sz="1800" dirty="0"/>
              <a:t> folder).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Double-click the installer.</a:t>
            </a:r>
          </a:p>
          <a:p>
            <a:pPr marL="354013" lvl="1" indent="0">
              <a:lnSpc>
                <a:spcPct val="120000"/>
              </a:lnSpc>
              <a:buNone/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Installation Setup: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Ensure to check the box "Add Python to PATH" at the bottom of the installer window.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This will ensure that Python will be added to your environmental variables, so you can call it anywhere</a:t>
            </a:r>
          </a:p>
          <a:p>
            <a:pPr marL="811213" lvl="1" indent="-457200">
              <a:lnSpc>
                <a:spcPct val="120000"/>
              </a:lnSpc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After installation, open Command Prompt (Win Key + “</a:t>
            </a:r>
            <a:r>
              <a:rPr lang="en-US" sz="1800" dirty="0" err="1"/>
              <a:t>cmd</a:t>
            </a:r>
            <a:r>
              <a:rPr lang="en-US" sz="1800" dirty="0"/>
              <a:t>”)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Type </a:t>
            </a:r>
            <a:r>
              <a:rPr lang="en-US" sz="1800" i="1" dirty="0"/>
              <a:t>“python --version”</a:t>
            </a:r>
            <a:r>
              <a:rPr lang="en-US" sz="1800" dirty="0"/>
              <a:t> and press Enter.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If installed correctly, you should see the Python version displayed.#</a:t>
            </a:r>
          </a:p>
          <a:p>
            <a:pPr marL="354013" lvl="1" indent="0">
              <a:lnSpc>
                <a:spcPct val="120000"/>
              </a:lnSpc>
              <a:buNone/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Troubleshooting: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If you encounter issues, revisit the installer and ensure "Add Python to PATH" was selected.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77414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Installation (Linux)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1630837"/>
            <a:ext cx="11432876" cy="5043339"/>
          </a:xfrm>
        </p:spPr>
        <p:txBody>
          <a:bodyPr>
            <a:normAutofit fontScale="92500"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Open Terminal: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Access it through Linux desktop interface, depending on distribution you could try “</a:t>
            </a:r>
            <a:r>
              <a:rPr lang="en-US" sz="1800" dirty="0" err="1"/>
              <a:t>ctrl+alt+t</a:t>
            </a:r>
            <a:r>
              <a:rPr lang="en-US" sz="1800" dirty="0"/>
              <a:t>”</a:t>
            </a:r>
          </a:p>
          <a:p>
            <a:pPr marL="811213" lvl="1" indent="-457200">
              <a:lnSpc>
                <a:spcPct val="120000"/>
              </a:lnSpc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Update the package list as the “super user”: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Run “</a:t>
            </a:r>
            <a:r>
              <a:rPr lang="en-US" sz="1800" i="1" dirty="0" err="1"/>
              <a:t>sudo</a:t>
            </a:r>
            <a:r>
              <a:rPr lang="en-US" sz="1800" i="1" dirty="0"/>
              <a:t> apt-get update</a:t>
            </a:r>
            <a:r>
              <a:rPr lang="en-US" sz="1800" dirty="0"/>
              <a:t>”</a:t>
            </a:r>
          </a:p>
          <a:p>
            <a:pPr marL="811213" lvl="1" indent="-457200">
              <a:lnSpc>
                <a:spcPct val="120000"/>
              </a:lnSpc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Install Python: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Run “</a:t>
            </a:r>
            <a:r>
              <a:rPr lang="en-US" sz="1800" i="1" dirty="0" err="1"/>
              <a:t>sudo</a:t>
            </a:r>
            <a:r>
              <a:rPr lang="en-US" sz="1800" i="1" dirty="0"/>
              <a:t> apt-get install python3</a:t>
            </a:r>
            <a:r>
              <a:rPr lang="en-US" sz="1800" dirty="0"/>
              <a:t>”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This will install the that Python will be added to your environmental variables, so you can call it anywhere</a:t>
            </a:r>
          </a:p>
          <a:p>
            <a:pPr marL="811213" lvl="1" indent="-457200">
              <a:lnSpc>
                <a:spcPct val="120000"/>
              </a:lnSpc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After installation, in the same terminal window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Type </a:t>
            </a:r>
            <a:r>
              <a:rPr lang="en-US" sz="1800" i="1" dirty="0"/>
              <a:t>“python --version”</a:t>
            </a:r>
            <a:r>
              <a:rPr lang="en-US" sz="1800" dirty="0"/>
              <a:t> and press Enter.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If installed correctly, you should see the Python version displayed.</a:t>
            </a:r>
          </a:p>
          <a:p>
            <a:pPr marL="354013" lvl="1" indent="0">
              <a:lnSpc>
                <a:spcPct val="120000"/>
              </a:lnSpc>
              <a:buNone/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/>
              <a:t>Additional tools: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You may want to install also pip (Python installation package) using </a:t>
            </a:r>
            <a:r>
              <a:rPr lang="en-US" sz="1800" i="1" dirty="0"/>
              <a:t>“</a:t>
            </a:r>
            <a:r>
              <a:rPr lang="en-US" sz="1800" i="1" dirty="0" err="1"/>
              <a:t>sudo</a:t>
            </a:r>
            <a:r>
              <a:rPr lang="en-US" sz="1800" i="1" dirty="0"/>
              <a:t> apt-get install python3-pip”</a:t>
            </a:r>
            <a:endParaRPr lang="en-GB" sz="1800" i="1" dirty="0"/>
          </a:p>
        </p:txBody>
      </p:sp>
    </p:spTree>
    <p:extLst>
      <p:ext uri="{BB962C8B-B14F-4D97-AF65-F5344CB8AC3E}">
        <p14:creationId xmlns:p14="http://schemas.microsoft.com/office/powerpoint/2010/main" val="278395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Installation (MacOS)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1630837"/>
            <a:ext cx="11432876" cy="5043339"/>
          </a:xfrm>
        </p:spPr>
        <p:txBody>
          <a:bodyPr>
            <a:normAutofit fontScale="92500" lnSpcReduction="20000"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Download Python: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2000" dirty="0"/>
              <a:t>Visit the official Python website: </a:t>
            </a:r>
            <a:r>
              <a:rPr lang="en-US" sz="2000" dirty="0">
                <a:hlinkClick r:id="rId3"/>
              </a:rPr>
              <a:t>https://www.python.org/</a:t>
            </a:r>
            <a:endParaRPr lang="en-US" sz="2000" dirty="0"/>
          </a:p>
          <a:p>
            <a:pPr marL="811213" lvl="1" indent="-457200">
              <a:lnSpc>
                <a:spcPct val="120000"/>
              </a:lnSpc>
            </a:pPr>
            <a:r>
              <a:rPr lang="en-US" sz="2000" dirty="0"/>
              <a:t>Click on "Download Python 3.x.x" (for compatibility with the rest of the course use 3.10.X).</a:t>
            </a:r>
          </a:p>
          <a:p>
            <a:pPr marL="811213" lvl="1" indent="-457200">
              <a:lnSpc>
                <a:spcPct val="120000"/>
              </a:lnSpc>
            </a:pPr>
            <a:endParaRPr lang="en-US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Run the Installer: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2000" dirty="0"/>
              <a:t>Locate the downloaded file in “Finder”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2000" dirty="0"/>
              <a:t>Double-click the installer.</a:t>
            </a:r>
          </a:p>
          <a:p>
            <a:pPr marL="354013" lvl="1" indent="0">
              <a:lnSpc>
                <a:spcPct val="120000"/>
              </a:lnSpc>
              <a:buNone/>
            </a:pPr>
            <a:endParaRPr lang="en-US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Installation Setup: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2000" dirty="0"/>
              <a:t>Might need to enter your credentials to complete the installation</a:t>
            </a:r>
          </a:p>
          <a:p>
            <a:pPr marL="811213" lvl="1" indent="-457200">
              <a:lnSpc>
                <a:spcPct val="120000"/>
              </a:lnSpc>
            </a:pPr>
            <a:endParaRPr lang="en-US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After installation, open Terminal (</a:t>
            </a:r>
            <a:r>
              <a:rPr lang="en-US" sz="2000" i="1" dirty="0"/>
              <a:t>Applications-&gt;Utilities)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2000" dirty="0"/>
              <a:t>Type </a:t>
            </a:r>
            <a:r>
              <a:rPr lang="en-US" sz="2000" i="1" dirty="0"/>
              <a:t>“python --version”</a:t>
            </a:r>
            <a:r>
              <a:rPr lang="en-US" sz="2000" dirty="0"/>
              <a:t> and press Enter.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2000" dirty="0"/>
              <a:t>If installed correctly, you should see the Python version displayed.#</a:t>
            </a:r>
          </a:p>
          <a:p>
            <a:pPr marL="354013" lvl="1" indent="0">
              <a:lnSpc>
                <a:spcPct val="120000"/>
              </a:lnSpc>
              <a:buNone/>
            </a:pPr>
            <a:endParaRPr lang="en-US" sz="20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2000" dirty="0"/>
              <a:t>Troubleshooting: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2000" dirty="0"/>
              <a:t>If you encounter issues, revisit the installer and ensure "Add Python to PATH" was selected.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7919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Setting up your development environment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033578"/>
            <a:ext cx="11519513" cy="483712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dirty="0"/>
              <a:t>Integrated Development Environments (IDEs) suitable for programming in Python</a:t>
            </a:r>
          </a:p>
          <a:p>
            <a:pPr marL="0" indent="0">
              <a:lnSpc>
                <a:spcPct val="120000"/>
              </a:lnSpc>
              <a:buNone/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dirty="0" err="1"/>
              <a:t>Pycharm</a:t>
            </a:r>
            <a:endParaRPr lang="en-US" sz="1800" dirty="0"/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offers a rich set of features tailored specifically for Python</a:t>
            </a:r>
          </a:p>
          <a:p>
            <a:pPr marL="811213" lvl="1" indent="-457200">
              <a:lnSpc>
                <a:spcPct val="120000"/>
              </a:lnSpc>
            </a:pPr>
            <a:r>
              <a:rPr lang="en-GB" sz="1800" dirty="0"/>
              <a:t>Key features: code completion, on-the-fly error checking, automated refactoring</a:t>
            </a:r>
          </a:p>
          <a:p>
            <a:pPr marL="811213" lvl="1" indent="-457200">
              <a:lnSpc>
                <a:spcPct val="120000"/>
              </a:lnSpc>
            </a:pPr>
            <a:endParaRPr lang="en-GB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GB" sz="1800" b="1" dirty="0"/>
              <a:t>Visual Studio Code (VS Code):</a:t>
            </a:r>
            <a:r>
              <a:rPr lang="en-GB" sz="1800" dirty="0"/>
              <a:t>  </a:t>
            </a:r>
          </a:p>
          <a:p>
            <a:pPr marL="811213" lvl="1" indent="-457200">
              <a:lnSpc>
                <a:spcPct val="120000"/>
              </a:lnSpc>
            </a:pPr>
            <a:r>
              <a:rPr lang="en-GB" sz="1800" dirty="0"/>
              <a:t>Free and open-source editor by Microsoft</a:t>
            </a:r>
          </a:p>
          <a:p>
            <a:pPr marL="811213" lvl="1" indent="-457200">
              <a:lnSpc>
                <a:spcPct val="120000"/>
              </a:lnSpc>
            </a:pPr>
            <a:r>
              <a:rPr lang="en-GB" sz="1800" dirty="0"/>
              <a:t>Key features: customizable, multitude of programming languages, integrated Git control, debugging supported, vast market-place</a:t>
            </a:r>
          </a:p>
          <a:p>
            <a:pPr marL="811213" lvl="1" indent="-457200">
              <a:lnSpc>
                <a:spcPct val="120000"/>
              </a:lnSpc>
            </a:pPr>
            <a:r>
              <a:rPr lang="en-GB" sz="1800" dirty="0"/>
              <a:t>Supports </a:t>
            </a:r>
            <a:r>
              <a:rPr lang="en-GB" sz="1800" b="1" dirty="0" err="1"/>
              <a:t>Github</a:t>
            </a:r>
            <a:r>
              <a:rPr lang="en-GB" sz="1800" b="1" dirty="0"/>
              <a:t> </a:t>
            </a:r>
            <a:r>
              <a:rPr lang="en-GB" sz="1800" dirty="0"/>
              <a:t>co-pilot which is </a:t>
            </a:r>
            <a:r>
              <a:rPr lang="en-GB" sz="1800" i="1" dirty="0"/>
              <a:t>free </a:t>
            </a:r>
            <a:r>
              <a:rPr lang="en-GB" sz="1800" dirty="0"/>
              <a:t>for students</a:t>
            </a:r>
          </a:p>
          <a:p>
            <a:pPr marL="354013" lvl="1" indent="0">
              <a:lnSpc>
                <a:spcPct val="120000"/>
              </a:lnSpc>
              <a:buNone/>
            </a:pPr>
            <a:endParaRPr lang="en-GB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GB" sz="1800" b="1" dirty="0"/>
              <a:t>Cursor </a:t>
            </a:r>
            <a:r>
              <a:rPr lang="en-GB" sz="1800" dirty="0"/>
              <a:t>(VS Code wrapper):</a:t>
            </a:r>
          </a:p>
          <a:p>
            <a:pPr marL="811213" lvl="1" indent="-457200">
              <a:lnSpc>
                <a:spcPct val="120000"/>
              </a:lnSpc>
            </a:pPr>
            <a:r>
              <a:rPr lang="en-GB" sz="1800" dirty="0"/>
              <a:t>the first AI powered IDE (wrapped around VS code)</a:t>
            </a:r>
          </a:p>
          <a:p>
            <a:pPr marL="811213" lvl="1" indent="-457200">
              <a:lnSpc>
                <a:spcPct val="120000"/>
              </a:lnSpc>
            </a:pPr>
            <a:endParaRPr lang="en-GB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GB" sz="1800" dirty="0" err="1"/>
              <a:t>Jupyter</a:t>
            </a:r>
            <a:r>
              <a:rPr lang="en-GB" sz="1800" dirty="0"/>
              <a:t> notebook or Google </a:t>
            </a:r>
            <a:r>
              <a:rPr lang="en-GB" sz="1800" dirty="0" err="1"/>
              <a:t>Colab</a:t>
            </a:r>
            <a:endParaRPr lang="en-GB" sz="1800" dirty="0"/>
          </a:p>
          <a:p>
            <a:pPr marL="811213" lvl="1" indent="-457200">
              <a:lnSpc>
                <a:spcPct val="120000"/>
              </a:lnSpc>
            </a:pPr>
            <a:r>
              <a:rPr lang="en-GB" sz="1800" dirty="0"/>
              <a:t>Made for data science, allow you to create and </a:t>
            </a:r>
            <a:r>
              <a:rPr lang="en-GB" sz="1600" dirty="0"/>
              <a:t>share documents containing live code, visualizations and narrative </a:t>
            </a:r>
            <a:r>
              <a:rPr lang="en-GB" sz="1600" dirty="0" err="1"/>
              <a:t>tex</a:t>
            </a:r>
            <a:endParaRPr lang="en-GB" sz="1600" dirty="0"/>
          </a:p>
        </p:txBody>
      </p:sp>
      <p:pic>
        <p:nvPicPr>
          <p:cNvPr id="1026" name="Picture 2" descr="Python Tool Review: Using PyCharm for Python Development - and More |  Caktus Group">
            <a:extLst>
              <a:ext uri="{FF2B5EF4-FFF2-40B4-BE49-F238E27FC236}">
                <a16:creationId xmlns:a16="http://schemas.microsoft.com/office/drawing/2014/main" id="{AB965D35-84AD-1E1B-F86A-D8E3775B9A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402" y="888242"/>
            <a:ext cx="607354" cy="60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isual Studio Code - Wikiversity">
            <a:extLst>
              <a:ext uri="{FF2B5EF4-FFF2-40B4-BE49-F238E27FC236}">
                <a16:creationId xmlns:a16="http://schemas.microsoft.com/office/drawing/2014/main" id="{401F5E67-25D8-2108-BBB0-CB3EA085D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71840" y="888242"/>
            <a:ext cx="607354" cy="60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roject Jupyter - Wikipedia">
            <a:extLst>
              <a:ext uri="{FF2B5EF4-FFF2-40B4-BE49-F238E27FC236}">
                <a16:creationId xmlns:a16="http://schemas.microsoft.com/office/drawing/2014/main" id="{6296A646-98E0-6A97-1A11-CA8348B6C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0904" y="809475"/>
            <a:ext cx="659893" cy="76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ursor AI Code Editor | Paul Stamatiou">
            <a:extLst>
              <a:ext uri="{FF2B5EF4-FFF2-40B4-BE49-F238E27FC236}">
                <a16:creationId xmlns:a16="http://schemas.microsoft.com/office/drawing/2014/main" id="{2FEE5248-AF50-E952-2327-168D7C4408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7832" y="806320"/>
            <a:ext cx="805491" cy="805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C96788AA-AFB0-C84F-861B-46FDE4BC7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24789" y="726943"/>
            <a:ext cx="1436476" cy="884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628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Studio IDE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2225615"/>
            <a:ext cx="6511432" cy="452551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For installation go top </a:t>
            </a:r>
            <a:r>
              <a:rPr lang="en-US" dirty="0">
                <a:hlinkClick r:id="rId3"/>
              </a:rPr>
              <a:t>https://code.visualstudio.com/</a:t>
            </a:r>
            <a:endParaRPr lang="en-US" dirty="0"/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Open </a:t>
            </a:r>
            <a:r>
              <a:rPr lang="en-US" dirty="0" err="1"/>
              <a:t>VSCode</a:t>
            </a:r>
            <a:r>
              <a:rPr lang="en-US" dirty="0"/>
              <a:t> and click on extensions to check (feel free to check extensions that can be useful for you)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Make sure to install the following extensions:  </a:t>
            </a:r>
            <a:r>
              <a:rPr lang="en-US" i="1" dirty="0"/>
              <a:t>Python, Jupiter, CoPilot and CoPilot Chat</a:t>
            </a:r>
            <a:r>
              <a:rPr lang="en-US" dirty="0"/>
              <a:t>. (Search for those using the text bar)</a:t>
            </a:r>
          </a:p>
        </p:txBody>
      </p:sp>
      <p:pic>
        <p:nvPicPr>
          <p:cNvPr id="1028" name="Picture 4" descr="Visual Studio Code - Wikiversity">
            <a:extLst>
              <a:ext uri="{FF2B5EF4-FFF2-40B4-BE49-F238E27FC236}">
                <a16:creationId xmlns:a16="http://schemas.microsoft.com/office/drawing/2014/main" id="{401F5E67-25D8-2108-BBB0-CB3EA085D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4092" y="658912"/>
            <a:ext cx="1066014" cy="10660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A676E96-D4D9-6388-48DE-4015E39E24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3972" y="2126432"/>
            <a:ext cx="4768466" cy="4134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56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Installing packages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1602557"/>
            <a:ext cx="11432876" cy="514857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To install packages/modules you need to use</a:t>
            </a:r>
            <a:r>
              <a:rPr lang="en-US" b="1" dirty="0"/>
              <a:t> pip </a:t>
            </a:r>
            <a:r>
              <a:rPr lang="en-US" dirty="0"/>
              <a:t>(python installation package) which comes usually with the python installation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In any terminal: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i="1" dirty="0"/>
              <a:t>pip --version </a:t>
            </a:r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i="1" dirty="0"/>
              <a:t>pip install </a:t>
            </a:r>
            <a:r>
              <a:rPr lang="en-US" i="1" dirty="0" err="1"/>
              <a:t>package_name</a:t>
            </a:r>
            <a:endParaRPr lang="en-US" i="1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i="1" dirty="0"/>
              <a:t>pip show </a:t>
            </a:r>
            <a:r>
              <a:rPr lang="en-US" i="1" dirty="0" err="1"/>
              <a:t>package_name</a:t>
            </a:r>
            <a:endParaRPr lang="en-US" i="1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r>
              <a:rPr lang="en-US" i="1" dirty="0"/>
              <a:t>pip uninstall </a:t>
            </a:r>
            <a:r>
              <a:rPr lang="en-US" i="1" dirty="0" err="1"/>
              <a:t>package_name</a:t>
            </a:r>
            <a:endParaRPr lang="en-US" i="1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b="1" dirty="0"/>
              <a:t>Tip: </a:t>
            </a:r>
            <a:r>
              <a:rPr lang="en-US" dirty="0"/>
              <a:t>Requirements File</a:t>
            </a:r>
            <a:br>
              <a:rPr lang="en-US" dirty="0"/>
            </a:b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You can create a </a:t>
            </a:r>
            <a:r>
              <a:rPr lang="en-US" i="1" dirty="0"/>
              <a:t>requirements.txt </a:t>
            </a:r>
            <a:r>
              <a:rPr lang="en-US" dirty="0"/>
              <a:t>file containing a list of all packages.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To generate: </a:t>
            </a:r>
            <a:r>
              <a:rPr lang="en-US" i="1" dirty="0"/>
              <a:t>pip freeze &gt; requirements.txt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To install from the file: </a:t>
            </a:r>
            <a:r>
              <a:rPr lang="en-US" i="1" dirty="0"/>
              <a:t>pip install -r requirements.txt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Packages that are commonly used are </a:t>
            </a:r>
            <a:r>
              <a:rPr lang="en-US" i="1" dirty="0" err="1"/>
              <a:t>numpy</a:t>
            </a:r>
            <a:r>
              <a:rPr lang="en-US" i="1" dirty="0"/>
              <a:t>, </a:t>
            </a:r>
            <a:r>
              <a:rPr lang="en-US" i="1" dirty="0" err="1"/>
              <a:t>scipy</a:t>
            </a:r>
            <a:r>
              <a:rPr lang="en-US" i="1" dirty="0"/>
              <a:t>, matplotlib</a:t>
            </a:r>
          </a:p>
        </p:txBody>
      </p:sp>
    </p:spTree>
    <p:extLst>
      <p:ext uri="{BB962C8B-B14F-4D97-AF65-F5344CB8AC3E}">
        <p14:creationId xmlns:p14="http://schemas.microsoft.com/office/powerpoint/2010/main" val="386465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Installing packages – better!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1602557"/>
            <a:ext cx="11432876" cy="5148572"/>
          </a:xfr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Given the amount of packages/modules that exists for Python, one common problem is dependencies.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US" dirty="0"/>
            </a:br>
            <a:r>
              <a:rPr lang="en-US" dirty="0"/>
              <a:t>To constrain dependency problems you can install packages in a </a:t>
            </a:r>
            <a:r>
              <a:rPr lang="en-US" b="1" i="1" dirty="0"/>
              <a:t>virtual environment</a:t>
            </a:r>
            <a:r>
              <a:rPr lang="en-US" dirty="0"/>
              <a:t> instead. You can do so using the Python package called </a:t>
            </a:r>
            <a:r>
              <a:rPr lang="en-US" b="1" dirty="0" err="1"/>
              <a:t>Pipenv</a:t>
            </a:r>
            <a:r>
              <a:rPr lang="en-US" b="1" dirty="0"/>
              <a:t>.</a:t>
            </a:r>
          </a:p>
          <a:p>
            <a:pPr marL="0" indent="0">
              <a:lnSpc>
                <a:spcPct val="110000"/>
              </a:lnSpc>
              <a:buNone/>
            </a:pPr>
            <a:br>
              <a:rPr lang="en-US" b="1" dirty="0"/>
            </a:br>
            <a:r>
              <a:rPr lang="en-US" dirty="0"/>
              <a:t>In any terminal install the package (skip if already installed):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i="1" dirty="0"/>
              <a:t>	pip install </a:t>
            </a:r>
            <a:r>
              <a:rPr lang="en-US" i="1" dirty="0" err="1"/>
              <a:t>pipenv</a:t>
            </a:r>
            <a:endParaRPr lang="en-US" i="1" dirty="0"/>
          </a:p>
          <a:p>
            <a:pPr marL="0" indent="0">
              <a:lnSpc>
                <a:spcPct val="110000"/>
              </a:lnSpc>
              <a:buNone/>
            </a:pPr>
            <a:endParaRPr lang="en-US" i="1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Create the virtual environment </a:t>
            </a:r>
            <a:r>
              <a:rPr lang="en-US" i="1" u="sng" dirty="0"/>
              <a:t>in your project directory</a:t>
            </a:r>
            <a:r>
              <a:rPr lang="en-US" dirty="0"/>
              <a:t> using</a:t>
            </a:r>
            <a:r>
              <a:rPr lang="en-US" i="1" dirty="0"/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i="1" dirty="0"/>
              <a:t>	</a:t>
            </a:r>
            <a:r>
              <a:rPr lang="en-US" i="1" dirty="0" err="1"/>
              <a:t>pipenv</a:t>
            </a:r>
            <a:r>
              <a:rPr lang="en-US" i="1" dirty="0"/>
              <a:t> shell</a:t>
            </a:r>
          </a:p>
          <a:p>
            <a:pPr marL="0" indent="0">
              <a:lnSpc>
                <a:spcPct val="110000"/>
              </a:lnSpc>
              <a:buNone/>
            </a:pPr>
            <a:endParaRPr lang="en-US" i="1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Install packages </a:t>
            </a:r>
            <a:r>
              <a:rPr lang="en-US" i="1" dirty="0"/>
              <a:t>within the virtual environment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i="1" dirty="0"/>
              <a:t>	</a:t>
            </a:r>
            <a:r>
              <a:rPr lang="en-US" i="1" dirty="0" err="1"/>
              <a:t>pipenv</a:t>
            </a:r>
            <a:r>
              <a:rPr lang="en-US" i="1" dirty="0"/>
              <a:t> install </a:t>
            </a:r>
            <a:r>
              <a:rPr lang="en-US" i="1" dirty="0" err="1"/>
              <a:t>package_name</a:t>
            </a:r>
            <a:endParaRPr lang="en-US" i="1" dirty="0"/>
          </a:p>
          <a:p>
            <a:pPr marL="457200" indent="-457200">
              <a:lnSpc>
                <a:spcPct val="110000"/>
              </a:lnSpc>
              <a:buFont typeface="+mj-lt"/>
              <a:buAutoNum type="arabicPeriod"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The procedure will create a file called </a:t>
            </a:r>
            <a:r>
              <a:rPr lang="en-US" i="1" dirty="0"/>
              <a:t>“</a:t>
            </a:r>
            <a:r>
              <a:rPr lang="en-US" i="1" dirty="0" err="1"/>
              <a:t>Pipfile.lock</a:t>
            </a:r>
            <a:r>
              <a:rPr lang="en-US" i="1" dirty="0"/>
              <a:t>” </a:t>
            </a:r>
            <a:r>
              <a:rPr lang="en-US" dirty="0"/>
              <a:t>that will contain all of the packages installed in the virtual environment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To remove: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	</a:t>
            </a:r>
            <a:r>
              <a:rPr lang="en-US" i="1" dirty="0" err="1"/>
              <a:t>pipenv</a:t>
            </a:r>
            <a:r>
              <a:rPr lang="en-US" i="1" dirty="0"/>
              <a:t> --rm</a:t>
            </a:r>
            <a:r>
              <a:rPr lang="en-US" dirty="0"/>
              <a:t> 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To recreate a virtual environment from an existing project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	</a:t>
            </a:r>
            <a:r>
              <a:rPr lang="en-US" i="1" dirty="0" err="1"/>
              <a:t>pipenv</a:t>
            </a:r>
            <a:r>
              <a:rPr lang="en-US" i="1" dirty="0"/>
              <a:t> install</a:t>
            </a:r>
          </a:p>
        </p:txBody>
      </p:sp>
    </p:spTree>
    <p:extLst>
      <p:ext uri="{BB962C8B-B14F-4D97-AF65-F5344CB8AC3E}">
        <p14:creationId xmlns:p14="http://schemas.microsoft.com/office/powerpoint/2010/main" val="296236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Installing packages – better!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1602557"/>
            <a:ext cx="11432876" cy="514857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If you are using a virtual environment make sure to enable the correct interpreter in your IDE or eventually your </a:t>
            </a:r>
            <a:r>
              <a:rPr lang="en-US" sz="2000" dirty="0" err="1"/>
              <a:t>Jupyter</a:t>
            </a:r>
            <a:r>
              <a:rPr lang="en-US" sz="2000" dirty="0"/>
              <a:t> Notebooks. 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FD9365-F19B-541B-A48B-73686ED19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0758" y="2354587"/>
            <a:ext cx="7230484" cy="363905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E10879-08D3-8413-C14F-8AAA0D5913AB}"/>
              </a:ext>
            </a:extLst>
          </p:cNvPr>
          <p:cNvSpPr txBox="1"/>
          <p:nvPr/>
        </p:nvSpPr>
        <p:spPr>
          <a:xfrm>
            <a:off x="324863" y="6122618"/>
            <a:ext cx="115422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dirty="0"/>
              <a:t>In Visual Studio Code it s in the bottom right of the VS code ide or on the top left if you have a </a:t>
            </a:r>
            <a:r>
              <a:rPr lang="en-US" sz="2000" dirty="0" err="1"/>
              <a:t>Jupyter</a:t>
            </a:r>
            <a:r>
              <a:rPr lang="en-US" sz="2000" dirty="0"/>
              <a:t> Notebook opened.</a:t>
            </a:r>
          </a:p>
        </p:txBody>
      </p:sp>
    </p:spTree>
    <p:extLst>
      <p:ext uri="{BB962C8B-B14F-4D97-AF65-F5344CB8AC3E}">
        <p14:creationId xmlns:p14="http://schemas.microsoft.com/office/powerpoint/2010/main" val="76142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2" y="845389"/>
            <a:ext cx="11083095" cy="646331"/>
          </a:xfrm>
        </p:spPr>
        <p:txBody>
          <a:bodyPr>
            <a:normAutofit/>
          </a:bodyPr>
          <a:lstStyle/>
          <a:p>
            <a:r>
              <a:rPr lang="en-US" sz="3600" dirty="0"/>
              <a:t>Exploring </a:t>
            </a:r>
            <a:r>
              <a:rPr lang="en-US" sz="3600" dirty="0" err="1"/>
              <a:t>Jupyter</a:t>
            </a:r>
            <a:r>
              <a:rPr lang="en-US" sz="3600" dirty="0"/>
              <a:t> Notebook</a:t>
            </a:r>
            <a:endParaRPr lang="en-GB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1B912F-C6A4-463F-9DFE-A403C3D7FEAB}"/>
              </a:ext>
            </a:extLst>
          </p:cNvPr>
          <p:cNvSpPr txBox="1"/>
          <p:nvPr/>
        </p:nvSpPr>
        <p:spPr>
          <a:xfrm>
            <a:off x="428625" y="1577259"/>
            <a:ext cx="113347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Open-source web application that allows you to create and share documents containing live code, equations, visualizations and text ( </a:t>
            </a:r>
            <a:r>
              <a:rPr lang="en-US" sz="2000" dirty="0">
                <a:hlinkClick r:id="rId3"/>
              </a:rPr>
              <a:t>https://jupyter.org/</a:t>
            </a:r>
            <a:r>
              <a:rPr lang="en-US" sz="2000" dirty="0"/>
              <a:t> )</a:t>
            </a:r>
          </a:p>
          <a:p>
            <a:endParaRPr lang="en-US" sz="2000" dirty="0"/>
          </a:p>
          <a:p>
            <a:r>
              <a:rPr lang="en-US" sz="2000" dirty="0"/>
              <a:t>Ideal for data cleaning, transformation, numerical simulations, data visualization and data analysis</a:t>
            </a:r>
          </a:p>
          <a:p>
            <a:endParaRPr lang="en-US" sz="2000" dirty="0"/>
          </a:p>
          <a:p>
            <a:r>
              <a:rPr lang="en-US" sz="2000" b="1" dirty="0"/>
              <a:t>Key features: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Interactive coding:</a:t>
            </a:r>
            <a:r>
              <a:rPr lang="en-US" sz="2000" dirty="0"/>
              <a:t> the code is executed in real time and you can executed it in blocks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Data visualization: </a:t>
            </a:r>
            <a:r>
              <a:rPr lang="en-US" sz="2000" dirty="0"/>
              <a:t>inline visualization supporting packages like </a:t>
            </a:r>
            <a:r>
              <a:rPr lang="en-US" sz="2000" i="1" dirty="0"/>
              <a:t>matplotlib, seaborn</a:t>
            </a:r>
            <a:endParaRPr lang="en-GB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Support LaTeX: </a:t>
            </a:r>
            <a:r>
              <a:rPr lang="en-GB" sz="2000" dirty="0"/>
              <a:t>to write mathematical equations ( </a:t>
            </a:r>
            <a:r>
              <a:rPr lang="en-GB" sz="2000" dirty="0">
                <a:hlinkClick r:id="rId4"/>
              </a:rPr>
              <a:t>https://www.latex-project.org/</a:t>
            </a:r>
            <a:r>
              <a:rPr lang="en-GB" sz="2000" dirty="0"/>
              <a:t>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b="1" dirty="0"/>
              <a:t>Support Markdown: </a:t>
            </a:r>
            <a:r>
              <a:rPr lang="en-GB" sz="2000" dirty="0"/>
              <a:t>to help with documentation and commenting your code  ( </a:t>
            </a:r>
            <a:r>
              <a:rPr lang="en-GB" sz="2000" dirty="0">
                <a:hlinkClick r:id="rId5"/>
              </a:rPr>
              <a:t>https://www.markdownguide.org/</a:t>
            </a:r>
            <a:r>
              <a:rPr lang="en-GB" sz="2000" dirty="0"/>
              <a:t> )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72251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D79-C103-CA33-2A68-05F76296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7ABB306-4301-FAB4-B44C-DE2D531DD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Considerations in Python Coding</a:t>
            </a:r>
            <a:endParaRPr lang="en-GB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050B7A1-DCF0-0E57-B20E-97FC34CC31D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1602556"/>
            <a:ext cx="11432876" cy="502684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b="1" dirty="0"/>
              <a:t>Indentation: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Crucial for code blocks:</a:t>
            </a:r>
            <a:r>
              <a:rPr lang="en-US" sz="1800" b="1" dirty="0"/>
              <a:t> </a:t>
            </a:r>
            <a:r>
              <a:rPr lang="en-US" sz="1800" dirty="0"/>
              <a:t>there are no braces in Python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Consistency:</a:t>
            </a:r>
            <a:r>
              <a:rPr lang="en-US" sz="1800" b="1" dirty="0"/>
              <a:t> do not mix tabs and spaces </a:t>
            </a:r>
            <a:r>
              <a:rPr lang="en-US" sz="1800" dirty="0"/>
              <a:t>to avoid errors</a:t>
            </a:r>
          </a:p>
          <a:p>
            <a:pPr marL="811213" lvl="1" indent="-457200">
              <a:lnSpc>
                <a:spcPct val="120000"/>
              </a:lnSpc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b="1" dirty="0"/>
              <a:t>Dynamic Typing: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Variable Types: Python is dynamically typed, meaning variables can be reassigned to different data types.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Type Checking: Be mindful of variable types during operations to avoid type-related errors.</a:t>
            </a:r>
          </a:p>
          <a:p>
            <a:pPr marL="811213" lvl="1" indent="-457200">
              <a:lnSpc>
                <a:spcPct val="120000"/>
              </a:lnSpc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b="1" dirty="0"/>
              <a:t>Naming Conventions</a:t>
            </a:r>
            <a:r>
              <a:rPr lang="en-US" sz="1800" dirty="0"/>
              <a:t>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Descriptive Names: Use clear and descriptive variable and function names.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Case Sensitivity: Python is case-sensitive, so ‘Variable’ and ‘variable’ are different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Stick to </a:t>
            </a:r>
            <a:r>
              <a:rPr lang="en-US" sz="1800" i="1" dirty="0" err="1"/>
              <a:t>snake_case</a:t>
            </a:r>
            <a:r>
              <a:rPr lang="en-US" sz="1800" i="1" dirty="0"/>
              <a:t> </a:t>
            </a:r>
            <a:r>
              <a:rPr lang="en-US" sz="1800" dirty="0"/>
              <a:t>for functions and variables and </a:t>
            </a:r>
            <a:r>
              <a:rPr lang="en-US" sz="1800" i="1" dirty="0" err="1"/>
              <a:t>PascalCase</a:t>
            </a:r>
            <a:r>
              <a:rPr lang="en-US" sz="1800" i="1" dirty="0"/>
              <a:t> </a:t>
            </a:r>
            <a:r>
              <a:rPr lang="en-US" sz="1800" dirty="0"/>
              <a:t>for class names</a:t>
            </a:r>
          </a:p>
          <a:p>
            <a:pPr marL="811213" lvl="1" indent="-457200">
              <a:lnSpc>
                <a:spcPct val="120000"/>
              </a:lnSpc>
            </a:pPr>
            <a:endParaRPr lang="en-US" sz="1800" dirty="0"/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sz="1800" b="1" dirty="0"/>
              <a:t>Importing Packages/Modules</a:t>
            </a:r>
            <a:r>
              <a:rPr lang="en-US" sz="1800" dirty="0"/>
              <a:t>: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Use as Needed: </a:t>
            </a:r>
            <a:r>
              <a:rPr lang="en-US" sz="1800" i="1" dirty="0"/>
              <a:t>Import</a:t>
            </a:r>
            <a:r>
              <a:rPr lang="en-US" sz="1800" dirty="0"/>
              <a:t> only necessary modules to keep the code efficient.</a:t>
            </a:r>
          </a:p>
          <a:p>
            <a:pPr marL="811213" lvl="1" indent="-457200">
              <a:lnSpc>
                <a:spcPct val="120000"/>
              </a:lnSpc>
            </a:pPr>
            <a:r>
              <a:rPr lang="en-US" sz="1800" dirty="0"/>
              <a:t>Avoid Wildcard Imports: Using ‘</a:t>
            </a:r>
            <a:r>
              <a:rPr lang="en-US" sz="1800" i="1" dirty="0"/>
              <a:t>from module import *’ </a:t>
            </a:r>
            <a:r>
              <a:rPr lang="en-US" sz="1800" dirty="0"/>
              <a:t>can lead to unexpected behaviors and conflicts.</a:t>
            </a:r>
          </a:p>
        </p:txBody>
      </p:sp>
    </p:spTree>
    <p:extLst>
      <p:ext uri="{BB962C8B-B14F-4D97-AF65-F5344CB8AC3E}">
        <p14:creationId xmlns:p14="http://schemas.microsoft.com/office/powerpoint/2010/main" val="334072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6B5DB5-B551-48F4-9907-E9D1AB17A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4CD5984-D0C0-4B4F-AC0A-2376ABCE075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786441" y="1961770"/>
            <a:ext cx="10619117" cy="42010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Resources have been linked in the </a:t>
            </a:r>
            <a:r>
              <a:rPr lang="en-GB" dirty="0" err="1"/>
              <a:t>moodle</a:t>
            </a:r>
            <a:r>
              <a:rPr lang="en-GB" dirty="0"/>
              <a:t> main page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For debugging: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ChatGPT (</a:t>
            </a:r>
            <a:r>
              <a:rPr lang="en-GB" dirty="0">
                <a:hlinkClick r:id="rId2"/>
              </a:rPr>
              <a:t>https://chat.openai.com/</a:t>
            </a:r>
            <a:r>
              <a:rPr lang="en-GB" dirty="0"/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GitHub Copilot (Visual Studio / Visual Studio Code) </a:t>
            </a:r>
            <a:r>
              <a:rPr lang="en-GB" i="1" dirty="0"/>
              <a:t>– </a:t>
            </a:r>
            <a:r>
              <a:rPr lang="en-GB" i="1" u="sng" dirty="0"/>
              <a:t>free for students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Stack overflow: </a:t>
            </a:r>
            <a:r>
              <a:rPr lang="en-GB" dirty="0">
                <a:hlinkClick r:id="rId3"/>
              </a:rPr>
              <a:t>https://stackoverflow.com/</a:t>
            </a:r>
            <a:r>
              <a:rPr lang="en-GB" dirty="0"/>
              <a:t> (</a:t>
            </a:r>
            <a:r>
              <a:rPr lang="en-GB" b="1" dirty="0"/>
              <a:t>Tip</a:t>
            </a:r>
            <a:r>
              <a:rPr lang="en-GB" dirty="0"/>
              <a:t>: use square-brackets for specific tags)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  <p:pic>
        <p:nvPicPr>
          <p:cNvPr id="3" name="Graphic 2" descr="Open book outline">
            <a:extLst>
              <a:ext uri="{FF2B5EF4-FFF2-40B4-BE49-F238E27FC236}">
                <a16:creationId xmlns:a16="http://schemas.microsoft.com/office/drawing/2014/main" id="{2FACF68E-D86F-4282-B9E1-B5F86B9E8A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03120" y="711971"/>
            <a:ext cx="914400" cy="914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6FBEEB7-218D-39D4-D3EF-9FF467F155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737273"/>
            <a:ext cx="12192000" cy="53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187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>
        <p:fade/>
      </p:transition>
    </mc:Choice>
    <mc:Fallback xmlns="">
      <p:transition spd="med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CA100-7D85-4A3C-9993-92EC37D3F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563" y="845389"/>
            <a:ext cx="10619116" cy="1380226"/>
          </a:xfrm>
        </p:spPr>
        <p:txBody>
          <a:bodyPr/>
          <a:lstStyle/>
          <a:p>
            <a:r>
              <a:rPr lang="en-GB" dirty="0"/>
              <a:t>Moving on from the slides…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5B0CE-1FB7-4986-A0C4-E26590DF9A4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9562" y="1690834"/>
            <a:ext cx="11432875" cy="4859256"/>
          </a:xfrm>
        </p:spPr>
        <p:txBody>
          <a:bodyPr>
            <a:normAutofit/>
          </a:bodyPr>
          <a:lstStyle/>
          <a:p>
            <a:pPr marL="361950" lvl="1" indent="0">
              <a:buNone/>
            </a:pPr>
            <a:endParaRPr lang="en-GB" sz="2000" dirty="0"/>
          </a:p>
          <a:p>
            <a:pPr marL="361950" lvl="1" indent="0">
              <a:buNone/>
            </a:pPr>
            <a:endParaRPr lang="en-GB" sz="2000" dirty="0"/>
          </a:p>
          <a:p>
            <a:pPr marL="361950" lvl="1" indent="0">
              <a:lnSpc>
                <a:spcPct val="150000"/>
              </a:lnSpc>
              <a:buNone/>
            </a:pPr>
            <a:r>
              <a:rPr lang="en-US" sz="2000" dirty="0"/>
              <a:t>On the </a:t>
            </a:r>
            <a:r>
              <a:rPr lang="en-US" sz="2000" dirty="0" err="1"/>
              <a:t>moodle</a:t>
            </a:r>
            <a:r>
              <a:rPr lang="en-US" sz="2000" dirty="0"/>
              <a:t> page you will find a link the </a:t>
            </a:r>
            <a:r>
              <a:rPr lang="en-US" sz="2000" dirty="0" err="1"/>
              <a:t>Jupyter</a:t>
            </a:r>
            <a:r>
              <a:rPr lang="en-US" sz="2000" dirty="0"/>
              <a:t> notebook.</a:t>
            </a:r>
            <a:br>
              <a:rPr lang="en-US" sz="2000" dirty="0"/>
            </a:br>
            <a:r>
              <a:rPr lang="en-US" sz="2000" dirty="0"/>
              <a:t>You can also access the most up-to-date version on GitHub (make sure to check the correct week):</a:t>
            </a:r>
            <a:br>
              <a:rPr lang="en-US" sz="2000" dirty="0"/>
            </a:br>
            <a:r>
              <a:rPr lang="en-US" sz="2000" dirty="0">
                <a:hlinkClick r:id="rId3"/>
              </a:rPr>
              <a:t>https://github.com/Lenakeiz/ICN_Programming_Course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075616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Custom 208">
      <a:dk1>
        <a:sysClr val="windowText" lastClr="000000"/>
      </a:dk1>
      <a:lt1>
        <a:sysClr val="window" lastClr="FFFFFF"/>
      </a:lt1>
      <a:dk2>
        <a:srgbClr val="003D4C"/>
      </a:dk2>
      <a:lt2>
        <a:srgbClr val="D6D2C4"/>
      </a:lt2>
      <a:accent1>
        <a:srgbClr val="500778"/>
      </a:accent1>
      <a:accent2>
        <a:srgbClr val="D50032"/>
      </a:accent2>
      <a:accent3>
        <a:srgbClr val="B5BD00"/>
      </a:accent3>
      <a:accent4>
        <a:srgbClr val="C6B0BC"/>
      </a:accent4>
      <a:accent5>
        <a:srgbClr val="0097A9"/>
      </a:accent5>
      <a:accent6>
        <a:srgbClr val="F6BE00"/>
      </a:accent6>
      <a:hlink>
        <a:srgbClr val="0563C1"/>
      </a:hlink>
      <a:folHlink>
        <a:srgbClr val="954F72"/>
      </a:folHlink>
    </a:clrScheme>
    <a:fontScheme name="Custom 13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faf88fe-a998-4c5b-93c9-210a11d9a5c2}" enabled="0" method="" siteId="{1faf88fe-a998-4c5b-93c9-210a11d9a5c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16030</TotalTime>
  <Words>1562</Words>
  <Application>Microsoft Office PowerPoint</Application>
  <PresentationFormat>Widescreen</PresentationFormat>
  <Paragraphs>208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Menlo</vt:lpstr>
      <vt:lpstr>1_Office Theme</vt:lpstr>
      <vt:lpstr>ICN Programming Course</vt:lpstr>
      <vt:lpstr>PowerPoint Presentation</vt:lpstr>
      <vt:lpstr>Roadmap</vt:lpstr>
      <vt:lpstr>What is Python?</vt:lpstr>
      <vt:lpstr>Installation (Windows)</vt:lpstr>
      <vt:lpstr>Installation (Linux)</vt:lpstr>
      <vt:lpstr>Installation (MacOS)</vt:lpstr>
      <vt:lpstr>Setting up your development environment</vt:lpstr>
      <vt:lpstr>Visual Studio IDE</vt:lpstr>
      <vt:lpstr>Installing packages</vt:lpstr>
      <vt:lpstr>Installing packages – better!</vt:lpstr>
      <vt:lpstr>Installing packages – better!</vt:lpstr>
      <vt:lpstr>Exploring Jupyter Notebook</vt:lpstr>
      <vt:lpstr>Key Considerations in Python Coding</vt:lpstr>
      <vt:lpstr>Resources</vt:lpstr>
      <vt:lpstr>Moving on from the slides…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Psychtoolbox (PTB) – a gentle introduction </dc:title>
  <dc:creator>Castegnaro, Andrea</dc:creator>
  <cp:lastModifiedBy>Castegnaro, Andrea</cp:lastModifiedBy>
  <cp:revision>46</cp:revision>
  <dcterms:created xsi:type="dcterms:W3CDTF">2022-01-13T16:10:11Z</dcterms:created>
  <dcterms:modified xsi:type="dcterms:W3CDTF">2025-09-26T15:39:40Z</dcterms:modified>
</cp:coreProperties>
</file>